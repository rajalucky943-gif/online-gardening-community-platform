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 (MS)" panose="020B0604020202020204" charset="0"/>
      <p:regular r:id="rId14"/>
    </p:embeddedFont>
    <p:embeddedFont>
      <p:font typeface="Calibri (MS) Bold" panose="020B0604020202020204" charset="0"/>
      <p:regular r:id="rId15"/>
    </p:embeddedFont>
    <p:embeddedFont>
      <p:font typeface="Calibri (MS) Italics" panose="020B0604020202020204" charset="0"/>
      <p:regular r:id="rId16"/>
    </p:embeddedFont>
    <p:embeddedFont>
      <p:font typeface="Segoe UI" panose="020B0502040204020203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ky Raja" userId="0a9e236f1cc3b6d6" providerId="LiveId" clId="{D34992E7-574A-4BBB-A5E6-CBADB53A2BF2}"/>
    <pc:docChg chg="modSld">
      <pc:chgData name="Lucky Raja" userId="0a9e236f1cc3b6d6" providerId="LiveId" clId="{D34992E7-574A-4BBB-A5E6-CBADB53A2BF2}" dt="2026-10-10T10:54:21.886" v="0" actId="1038"/>
      <pc:docMkLst>
        <pc:docMk/>
      </pc:docMkLst>
      <pc:sldChg chg="modSp mod">
        <pc:chgData name="Lucky Raja" userId="0a9e236f1cc3b6d6" providerId="LiveId" clId="{D34992E7-574A-4BBB-A5E6-CBADB53A2BF2}" dt="2026-10-10T10:54:21.886" v="0" actId="1038"/>
        <pc:sldMkLst>
          <pc:docMk/>
          <pc:sldMk cId="0" sldId="256"/>
        </pc:sldMkLst>
        <pc:spChg chg="mod">
          <ac:chgData name="Lucky Raja" userId="0a9e236f1cc3b6d6" providerId="LiveId" clId="{D34992E7-574A-4BBB-A5E6-CBADB53A2BF2}" dt="2026-10-10T10:54:21.886" v="0" actId="1038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83340" y="1059180"/>
            <a:ext cx="6659880" cy="6659880"/>
            <a:chOff x="0" y="0"/>
            <a:chExt cx="8879840" cy="88798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879840" cy="8879840"/>
            </a:xfrm>
            <a:custGeom>
              <a:avLst/>
              <a:gdLst/>
              <a:ahLst/>
              <a:cxnLst/>
              <a:rect l="l" t="t" r="r" b="b"/>
              <a:pathLst>
                <a:path w="8879840" h="8879840">
                  <a:moveTo>
                    <a:pt x="0" y="4439920"/>
                  </a:moveTo>
                  <a:cubicBezTo>
                    <a:pt x="0" y="1987804"/>
                    <a:pt x="1987804" y="0"/>
                    <a:pt x="4439920" y="0"/>
                  </a:cubicBezTo>
                  <a:cubicBezTo>
                    <a:pt x="6892036" y="0"/>
                    <a:pt x="8879840" y="1987804"/>
                    <a:pt x="8879840" y="4439920"/>
                  </a:cubicBezTo>
                  <a:cubicBezTo>
                    <a:pt x="8879840" y="6892036"/>
                    <a:pt x="6892036" y="8879840"/>
                    <a:pt x="4439920" y="8879840"/>
                  </a:cubicBezTo>
                  <a:cubicBezTo>
                    <a:pt x="1987804" y="8879840"/>
                    <a:pt x="0" y="6892036"/>
                    <a:pt x="0" y="4439920"/>
                  </a:cubicBezTo>
                  <a:close/>
                </a:path>
              </a:pathLst>
            </a:custGeom>
            <a:solidFill>
              <a:srgbClr val="52B788"/>
            </a:solidFill>
            <a:ln w="76200" cap="sq">
              <a:solidFill>
                <a:srgbClr val="D8F3DC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2423143" y="1998983"/>
            <a:ext cx="4780283" cy="4780283"/>
            <a:chOff x="0" y="0"/>
            <a:chExt cx="6373711" cy="63737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73749" cy="6373749"/>
            </a:xfrm>
            <a:custGeom>
              <a:avLst/>
              <a:gdLst/>
              <a:ahLst/>
              <a:cxnLst/>
              <a:rect l="l" t="t" r="r" b="b"/>
              <a:pathLst>
                <a:path w="6373749" h="6373749">
                  <a:moveTo>
                    <a:pt x="0" y="3186811"/>
                  </a:moveTo>
                  <a:cubicBezTo>
                    <a:pt x="0" y="1426845"/>
                    <a:pt x="1426845" y="0"/>
                    <a:pt x="3186811" y="0"/>
                  </a:cubicBezTo>
                  <a:cubicBezTo>
                    <a:pt x="4946777" y="0"/>
                    <a:pt x="6373749" y="1426845"/>
                    <a:pt x="6373749" y="3186811"/>
                  </a:cubicBezTo>
                  <a:cubicBezTo>
                    <a:pt x="6373749" y="4946777"/>
                    <a:pt x="4946904" y="6373749"/>
                    <a:pt x="3186811" y="6373749"/>
                  </a:cubicBezTo>
                  <a:cubicBezTo>
                    <a:pt x="1426718" y="6373749"/>
                    <a:pt x="0" y="4946904"/>
                    <a:pt x="0" y="3186811"/>
                  </a:cubicBezTo>
                  <a:close/>
                </a:path>
              </a:pathLst>
            </a:custGeom>
            <a:solidFill>
              <a:srgbClr val="D8F3DC"/>
            </a:solidFill>
            <a:ln w="25400" cap="sq">
              <a:solidFill>
                <a:srgbClr val="D8F3DC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2435840" y="2011680"/>
            <a:ext cx="4754880" cy="4754880"/>
            <a:chOff x="0" y="0"/>
            <a:chExt cx="6339840" cy="63398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39840" cy="6339840"/>
            </a:xfrm>
            <a:custGeom>
              <a:avLst/>
              <a:gdLst/>
              <a:ahLst/>
              <a:cxnLst/>
              <a:rect l="l" t="t" r="r" b="b"/>
              <a:pathLst>
                <a:path w="6339840" h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0"/>
                  </a:lnTo>
                  <a:lnTo>
                    <a:pt x="0" y="6339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6339840" cy="6339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0"/>
                </a:lnSpc>
              </a:pPr>
              <a:r>
                <a:rPr lang="en-US" sz="180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🌿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837420" y="451737"/>
            <a:ext cx="1671323" cy="1671323"/>
            <a:chOff x="0" y="0"/>
            <a:chExt cx="2228431" cy="22284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8342" cy="2228342"/>
            </a:xfrm>
            <a:custGeom>
              <a:avLst/>
              <a:gdLst/>
              <a:ahLst/>
              <a:cxnLst/>
              <a:rect l="l" t="t" r="r" b="b"/>
              <a:pathLst>
                <a:path w="2228342" h="2228342">
                  <a:moveTo>
                    <a:pt x="0" y="1114171"/>
                  </a:moveTo>
                  <a:cubicBezTo>
                    <a:pt x="0" y="498856"/>
                    <a:pt x="498856" y="0"/>
                    <a:pt x="1114171" y="0"/>
                  </a:cubicBezTo>
                  <a:cubicBezTo>
                    <a:pt x="1729486" y="0"/>
                    <a:pt x="2228342" y="498856"/>
                    <a:pt x="2228342" y="1114171"/>
                  </a:cubicBezTo>
                  <a:cubicBezTo>
                    <a:pt x="2228342" y="1729486"/>
                    <a:pt x="1729486" y="2228342"/>
                    <a:pt x="1114171" y="2228342"/>
                  </a:cubicBezTo>
                  <a:cubicBezTo>
                    <a:pt x="498856" y="2228342"/>
                    <a:pt x="0" y="1729613"/>
                    <a:pt x="0" y="1114171"/>
                  </a:cubicBez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837420" y="274320"/>
            <a:ext cx="1645920" cy="1645920"/>
            <a:chOff x="0" y="0"/>
            <a:chExt cx="2194560" cy="21945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19456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🌻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46503" y="7119623"/>
            <a:ext cx="1305563" cy="1305563"/>
            <a:chOff x="0" y="0"/>
            <a:chExt cx="1740751" cy="1740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40662" cy="1740662"/>
            </a:xfrm>
            <a:custGeom>
              <a:avLst/>
              <a:gdLst/>
              <a:ahLst/>
              <a:cxnLst/>
              <a:rect l="l" t="t" r="r" b="b"/>
              <a:pathLst>
                <a:path w="1740662" h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cubicBezTo>
                    <a:pt x="389636" y="1740662"/>
                    <a:pt x="0" y="1351026"/>
                    <a:pt x="0" y="870331"/>
                  </a:cubicBezTo>
                  <a:close/>
                </a:path>
              </a:pathLst>
            </a:custGeom>
            <a:solidFill>
              <a:srgbClr val="D8F3DC"/>
            </a:solidFill>
            <a:ln w="25400" cap="sq">
              <a:solidFill>
                <a:srgbClr val="D8F3DC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6459200" y="7132320"/>
            <a:ext cx="1280160" cy="1280160"/>
            <a:chOff x="0" y="0"/>
            <a:chExt cx="1706880" cy="17068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06880" cy="1706880"/>
            </a:xfrm>
            <a:custGeom>
              <a:avLst/>
              <a:gdLst/>
              <a:ahLst/>
              <a:cxnLst/>
              <a:rect l="l" t="t" r="r" b="b"/>
              <a:pathLst>
                <a:path w="1706880" h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170688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🪴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67463" y="1633223"/>
            <a:ext cx="1671323" cy="153419"/>
            <a:chOff x="0" y="0"/>
            <a:chExt cx="2228431" cy="20455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28469" cy="204597"/>
            </a:xfrm>
            <a:custGeom>
              <a:avLst/>
              <a:gdLst/>
              <a:ahLst/>
              <a:cxnLst/>
              <a:rect l="l" t="t" r="r" b="b"/>
              <a:pathLst>
                <a:path w="2228469" h="204597">
                  <a:moveTo>
                    <a:pt x="0" y="0"/>
                  </a:moveTo>
                  <a:lnTo>
                    <a:pt x="2228469" y="0"/>
                  </a:lnTo>
                  <a:lnTo>
                    <a:pt x="222846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280160" y="1920240"/>
            <a:ext cx="9144000" cy="548640"/>
            <a:chOff x="0" y="0"/>
            <a:chExt cx="12192000" cy="7315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192000" cy="731520"/>
            </a:xfrm>
            <a:custGeom>
              <a:avLst/>
              <a:gdLst/>
              <a:ahLst/>
              <a:cxnLst/>
              <a:rect l="l" t="t" r="r" b="b"/>
              <a:pathLst>
                <a:path w="12192000" h="73152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750" b="-274750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21920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 spc="600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|  REVIEW 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80160" y="2743200"/>
            <a:ext cx="9509760" cy="3657600"/>
            <a:chOff x="0" y="0"/>
            <a:chExt cx="12679680" cy="4876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679680" cy="4876800"/>
            </a:xfrm>
            <a:custGeom>
              <a:avLst/>
              <a:gdLst/>
              <a:ahLst/>
              <a:cxnLst/>
              <a:rect l="l" t="t" r="r" b="b"/>
              <a:pathLst>
                <a:path w="12679680" h="4876800">
                  <a:moveTo>
                    <a:pt x="0" y="0"/>
                  </a:moveTo>
                  <a:lnTo>
                    <a:pt x="12679680" y="0"/>
                  </a:lnTo>
                  <a:lnTo>
                    <a:pt x="1267968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1" b="-661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161925"/>
              <a:ext cx="12679680" cy="503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600"/>
                </a:lnSpc>
              </a:pPr>
              <a:r>
                <a:rPr lang="en-US" sz="8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Online Gardening</a:t>
              </a:r>
            </a:p>
            <a:p>
              <a:pPr algn="l">
                <a:lnSpc>
                  <a:spcPts val="9600"/>
                </a:lnSpc>
              </a:pPr>
              <a:r>
                <a:rPr lang="en-US" sz="8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&amp; Community</a:t>
              </a:r>
            </a:p>
            <a:p>
              <a:pPr algn="l">
                <a:lnSpc>
                  <a:spcPts val="9600"/>
                </a:lnSpc>
              </a:pPr>
              <a:r>
                <a:rPr lang="en-US" sz="8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Platform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80160" y="6492240"/>
            <a:ext cx="9144000" cy="731520"/>
            <a:chOff x="0" y="0"/>
            <a:chExt cx="12192000" cy="9753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192000" cy="975360"/>
            </a:xfrm>
            <a:custGeom>
              <a:avLst/>
              <a:gdLst/>
              <a:ahLst/>
              <a:cxnLst/>
              <a:rect l="l" t="t" r="r" b="b"/>
              <a:pathLst>
                <a:path w="12192000" h="97536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12192000" cy="10420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D8F3D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Grow together: learn, plan and share your garden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33679" y="7319010"/>
            <a:ext cx="11602722" cy="2799650"/>
            <a:chOff x="0" y="0"/>
            <a:chExt cx="12225871" cy="295001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225909" cy="2950049"/>
            </a:xfrm>
            <a:custGeom>
              <a:avLst/>
              <a:gdLst/>
              <a:ahLst/>
              <a:cxnLst/>
              <a:rect l="l" t="t" r="r" b="b"/>
              <a:pathLst>
                <a:path w="12225909" h="2950049">
                  <a:moveTo>
                    <a:pt x="0" y="295051"/>
                  </a:moveTo>
                  <a:cubicBezTo>
                    <a:pt x="0" y="132144"/>
                    <a:pt x="110744" y="0"/>
                    <a:pt x="247269" y="0"/>
                  </a:cubicBezTo>
                  <a:lnTo>
                    <a:pt x="11978640" y="0"/>
                  </a:lnTo>
                  <a:cubicBezTo>
                    <a:pt x="12115165" y="0"/>
                    <a:pt x="12225909" y="132144"/>
                    <a:pt x="12225909" y="295051"/>
                  </a:cubicBezTo>
                  <a:lnTo>
                    <a:pt x="12225909" y="2655005"/>
                  </a:lnTo>
                  <a:cubicBezTo>
                    <a:pt x="12225909" y="2817912"/>
                    <a:pt x="12115165" y="2950049"/>
                    <a:pt x="11978640" y="2950049"/>
                  </a:cubicBezTo>
                  <a:lnTo>
                    <a:pt x="247269" y="2950049"/>
                  </a:lnTo>
                  <a:cubicBezTo>
                    <a:pt x="110744" y="2950049"/>
                    <a:pt x="0" y="2817912"/>
                    <a:pt x="0" y="2655005"/>
                  </a:cubicBezTo>
                  <a:close/>
                </a:path>
              </a:pathLst>
            </a:custGeom>
            <a:solidFill>
              <a:srgbClr val="000000"/>
            </a:solidFill>
            <a:ln w="25400" cap="sq">
              <a:solidFill>
                <a:srgbClr val="52B788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2838036" y="7429500"/>
            <a:ext cx="8670708" cy="2053959"/>
            <a:chOff x="0" y="0"/>
            <a:chExt cx="9219750" cy="218401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219747" cy="2184018"/>
            </a:xfrm>
            <a:custGeom>
              <a:avLst/>
              <a:gdLst/>
              <a:ahLst/>
              <a:cxnLst/>
              <a:rect l="l" t="t" r="r" b="b"/>
              <a:pathLst>
                <a:path w="9219747" h="2184018">
                  <a:moveTo>
                    <a:pt x="0" y="0"/>
                  </a:moveTo>
                  <a:lnTo>
                    <a:pt x="9219747" y="0"/>
                  </a:lnTo>
                  <a:lnTo>
                    <a:pt x="9219747" y="2184018"/>
                  </a:lnTo>
                  <a:lnTo>
                    <a:pt x="0" y="21840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934" r="-26141" b="-59582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9219750" cy="22316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444339" y="7362825"/>
            <a:ext cx="8332640" cy="2581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6"/>
              </a:lnSpc>
            </a:pPr>
            <a:endParaRPr/>
          </a:p>
          <a:p>
            <a:pPr algn="ctr">
              <a:lnSpc>
                <a:spcPts val="3986"/>
              </a:lnSpc>
            </a:pPr>
            <a:r>
              <a:rPr lang="en-US" sz="332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Leader: Aman Raja -Add.No: 25SCSE1180058</a:t>
            </a:r>
          </a:p>
          <a:p>
            <a:pPr algn="ctr">
              <a:lnSpc>
                <a:spcPts val="3986"/>
              </a:lnSpc>
            </a:pPr>
            <a:endParaRPr lang="en-US" sz="3322" b="1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ctr">
              <a:lnSpc>
                <a:spcPts val="3986"/>
              </a:lnSpc>
            </a:pPr>
            <a:r>
              <a:rPr lang="en-US" sz="332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1.Mohammad Sohail –Add.No: 25SCSE1180536 </a:t>
            </a:r>
          </a:p>
          <a:p>
            <a:pPr algn="ctr">
              <a:lnSpc>
                <a:spcPts val="3986"/>
              </a:lnSpc>
              <a:spcBef>
                <a:spcPct val="0"/>
              </a:spcBef>
            </a:pPr>
            <a:endParaRPr lang="en-US" sz="3322" b="1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501960" y="7362825"/>
            <a:ext cx="4068562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  <a:spcBef>
                <a:spcPct val="0"/>
              </a:spcBef>
            </a:pPr>
            <a:r>
              <a:rPr lang="en-US" sz="3284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NAME: ZENBITS.</a:t>
            </a:r>
            <a:r>
              <a:rPr lang="en-US" sz="328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01960" y="8326755"/>
            <a:ext cx="2249499" cy="67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34"/>
              </a:lnSpc>
              <a:spcBef>
                <a:spcPct val="0"/>
              </a:spcBef>
            </a:pPr>
            <a:r>
              <a:rPr lang="en-US" sz="386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MEMBERS: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44339" y="9416784"/>
            <a:ext cx="5407821" cy="563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1"/>
              </a:lnSpc>
              <a:spcBef>
                <a:spcPct val="0"/>
              </a:spcBef>
            </a:pPr>
            <a:r>
              <a:rPr lang="en-US" sz="3284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2.Raju Kumar - Add.No:25SCSE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2697" y="-12697"/>
            <a:ext cx="18313403" cy="2311403"/>
            <a:chOff x="0" y="0"/>
            <a:chExt cx="24417871" cy="30818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17910" cy="3081909"/>
            </a:xfrm>
            <a:custGeom>
              <a:avLst/>
              <a:gdLst/>
              <a:ahLst/>
              <a:cxnLst/>
              <a:rect l="l" t="t" r="r" b="b"/>
              <a:pathLst>
                <a:path w="24417910" h="3081909">
                  <a:moveTo>
                    <a:pt x="0" y="0"/>
                  </a:moveTo>
                  <a:lnTo>
                    <a:pt x="24417910" y="0"/>
                  </a:lnTo>
                  <a:lnTo>
                    <a:pt x="24417910" y="3081909"/>
                  </a:lnTo>
                  <a:lnTo>
                    <a:pt x="0" y="3081909"/>
                  </a:lnTo>
                  <a:close/>
                </a:path>
              </a:pathLst>
            </a:custGeom>
            <a:solidFill>
              <a:srgbClr val="14532D"/>
            </a:solidFill>
            <a:ln w="25400" cap="sq">
              <a:solidFill>
                <a:srgbClr val="14532D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5166343" y="-1109977"/>
            <a:ext cx="4048763" cy="4048763"/>
            <a:chOff x="0" y="0"/>
            <a:chExt cx="5398351" cy="53983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98389" cy="5398389"/>
            </a:xfrm>
            <a:custGeom>
              <a:avLst/>
              <a:gdLst/>
              <a:ahLst/>
              <a:cxnLst/>
              <a:rect l="l" t="t" r="r" b="b"/>
              <a:pathLst>
                <a:path w="5398389" h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cubicBezTo>
                    <a:pt x="4189857" y="0"/>
                    <a:pt x="5398389" y="1208405"/>
                    <a:pt x="5398389" y="2699131"/>
                  </a:cubicBezTo>
                  <a:cubicBezTo>
                    <a:pt x="5398389" y="4189857"/>
                    <a:pt x="4189857" y="5398389"/>
                    <a:pt x="2699131" y="5398389"/>
                  </a:cubicBezTo>
                  <a:cubicBezTo>
                    <a:pt x="1208405" y="5398389"/>
                    <a:pt x="0" y="4189857"/>
                    <a:pt x="0" y="2699131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6002000" y="548640"/>
            <a:ext cx="1463040" cy="1280160"/>
            <a:chOff x="0" y="0"/>
            <a:chExt cx="1950720" cy="1706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0720" cy="1706880"/>
            </a:xfrm>
            <a:custGeom>
              <a:avLst/>
              <a:gdLst/>
              <a:ahLst/>
              <a:cxnLst/>
              <a:rect l="l" t="t" r="r" b="b"/>
              <a:pathLst>
                <a:path w="1950720" h="1706880">
                  <a:moveTo>
                    <a:pt x="0" y="0"/>
                  </a:moveTo>
                  <a:lnTo>
                    <a:pt x="1950720" y="0"/>
                  </a:lnTo>
                  <a:lnTo>
                    <a:pt x="19507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r="-6226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95072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⭐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2697" y="2273303"/>
            <a:ext cx="18313403" cy="135131"/>
            <a:chOff x="0" y="0"/>
            <a:chExt cx="24417871" cy="1801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17910" cy="180213"/>
            </a:xfrm>
            <a:custGeom>
              <a:avLst/>
              <a:gdLst/>
              <a:ahLst/>
              <a:cxnLst/>
              <a:rect l="l" t="t" r="r" b="b"/>
              <a:pathLst>
                <a:path w="24417910" h="180213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7280" y="402336"/>
            <a:ext cx="10972800" cy="457200"/>
            <a:chOff x="0" y="0"/>
            <a:chExt cx="14630400" cy="60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30400" cy="609600"/>
            </a:xfrm>
            <a:custGeom>
              <a:avLst/>
              <a:gdLst/>
              <a:ahLst/>
              <a:cxnLst/>
              <a:rect l="l" t="t" r="r" b="b"/>
              <a:pathLst>
                <a:path w="14630400" h="6096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7640" b="-4176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4630400" cy="65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 spc="599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IT DOES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7280" y="914400"/>
            <a:ext cx="13898880" cy="1097280"/>
            <a:chOff x="0" y="0"/>
            <a:chExt cx="18531840" cy="14630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31839" cy="1463040"/>
            </a:xfrm>
            <a:custGeom>
              <a:avLst/>
              <a:gdLst/>
              <a:ahLst/>
              <a:cxnLst/>
              <a:rect l="l" t="t" r="r" b="b"/>
              <a:pathLst>
                <a:path w="18531839" h="1463040">
                  <a:moveTo>
                    <a:pt x="0" y="0"/>
                  </a:moveTo>
                  <a:lnTo>
                    <a:pt x="18531839" y="0"/>
                  </a:lnTo>
                  <a:lnTo>
                    <a:pt x="18531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14300"/>
              <a:ext cx="18531840" cy="1577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r>
                <a:rPr lang="en-US" sz="5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Features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84583" y="2913383"/>
            <a:ext cx="5237483" cy="3134363"/>
            <a:chOff x="0" y="0"/>
            <a:chExt cx="6983311" cy="417915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983349" cy="4179189"/>
            </a:xfrm>
            <a:custGeom>
              <a:avLst/>
              <a:gdLst/>
              <a:ahLst/>
              <a:cxnLst/>
              <a:rect l="l" t="t" r="r" b="b"/>
              <a:pathLst>
                <a:path w="6983349" h="4179189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688328" y="0"/>
                  </a:lnTo>
                  <a:cubicBezTo>
                    <a:pt x="6851269" y="0"/>
                    <a:pt x="6983349" y="132080"/>
                    <a:pt x="6983349" y="295021"/>
                  </a:cubicBezTo>
                  <a:lnTo>
                    <a:pt x="6983349" y="3884168"/>
                  </a:lnTo>
                  <a:cubicBezTo>
                    <a:pt x="6983349" y="4047109"/>
                    <a:pt x="6851269" y="4179189"/>
                    <a:pt x="668832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F3DC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450343" y="2913383"/>
            <a:ext cx="4505963" cy="153419"/>
            <a:chOff x="0" y="0"/>
            <a:chExt cx="6007951" cy="20455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007989" cy="204597"/>
            </a:xfrm>
            <a:custGeom>
              <a:avLst/>
              <a:gdLst/>
              <a:ahLst/>
              <a:cxnLst/>
              <a:rect l="l" t="t" r="r" b="b"/>
              <a:pathLst>
                <a:path w="6007989" h="204597">
                  <a:moveTo>
                    <a:pt x="0" y="0"/>
                  </a:moveTo>
                  <a:lnTo>
                    <a:pt x="6007989" y="0"/>
                  </a:lnTo>
                  <a:lnTo>
                    <a:pt x="600798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52B788"/>
            </a:solidFill>
            <a:ln w="25400" cap="sq">
              <a:solidFill>
                <a:srgbClr val="52B788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450343" y="3370583"/>
            <a:ext cx="939803" cy="939803"/>
            <a:chOff x="0" y="0"/>
            <a:chExt cx="1253071" cy="125307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53109" cy="1253109"/>
            </a:xfrm>
            <a:custGeom>
              <a:avLst/>
              <a:gdLst/>
              <a:ahLst/>
              <a:cxnLst/>
              <a:rect l="l" t="t" r="r" b="b"/>
              <a:pathLst>
                <a:path w="1253109" h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52B788"/>
            </a:solidFill>
            <a:ln w="25400" cap="sq">
              <a:solidFill>
                <a:srgbClr val="52B788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463040" y="3383280"/>
            <a:ext cx="914400" cy="914400"/>
            <a:chOff x="0" y="0"/>
            <a:chExt cx="1219200" cy="121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🔑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651760" y="3383280"/>
            <a:ext cx="3383280" cy="914400"/>
            <a:chOff x="0" y="0"/>
            <a:chExt cx="4511040" cy="1219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511040" cy="1219200"/>
            </a:xfrm>
            <a:custGeom>
              <a:avLst/>
              <a:gdLst/>
              <a:ahLst/>
              <a:cxnLst/>
              <a:rect l="l" t="t" r="r" b="b"/>
              <a:pathLst>
                <a:path w="4511040" h="1219200">
                  <a:moveTo>
                    <a:pt x="0" y="0"/>
                  </a:moveTo>
                  <a:lnTo>
                    <a:pt x="4511040" y="0"/>
                  </a:lnTo>
                  <a:lnTo>
                    <a:pt x="4511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094" b="-22094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451104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Sign Up / Login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463040" y="4533900"/>
            <a:ext cx="4480560" cy="131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Secure account creation and authentication.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570983" y="2913383"/>
            <a:ext cx="5237483" cy="3134363"/>
            <a:chOff x="0" y="0"/>
            <a:chExt cx="6983311" cy="417915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983349" cy="4179189"/>
            </a:xfrm>
            <a:custGeom>
              <a:avLst/>
              <a:gdLst/>
              <a:ahLst/>
              <a:cxnLst/>
              <a:rect l="l" t="t" r="r" b="b"/>
              <a:pathLst>
                <a:path w="6983349" h="4179189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688328" y="0"/>
                  </a:lnTo>
                  <a:cubicBezTo>
                    <a:pt x="6851269" y="0"/>
                    <a:pt x="6983349" y="132080"/>
                    <a:pt x="6983349" y="295021"/>
                  </a:cubicBezTo>
                  <a:lnTo>
                    <a:pt x="6983349" y="3884168"/>
                  </a:lnTo>
                  <a:cubicBezTo>
                    <a:pt x="6983349" y="4047109"/>
                    <a:pt x="6851269" y="4179189"/>
                    <a:pt x="668832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F3DC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936743" y="2913383"/>
            <a:ext cx="4505963" cy="153419"/>
            <a:chOff x="0" y="0"/>
            <a:chExt cx="6007951" cy="20455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007989" cy="204597"/>
            </a:xfrm>
            <a:custGeom>
              <a:avLst/>
              <a:gdLst/>
              <a:ahLst/>
              <a:cxnLst/>
              <a:rect l="l" t="t" r="r" b="b"/>
              <a:pathLst>
                <a:path w="6007989" h="204597">
                  <a:moveTo>
                    <a:pt x="0" y="0"/>
                  </a:moveTo>
                  <a:lnTo>
                    <a:pt x="6007989" y="0"/>
                  </a:lnTo>
                  <a:lnTo>
                    <a:pt x="600798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6936743" y="3370583"/>
            <a:ext cx="939803" cy="939803"/>
            <a:chOff x="0" y="0"/>
            <a:chExt cx="1253071" cy="125307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53109" cy="1253109"/>
            </a:xfrm>
            <a:custGeom>
              <a:avLst/>
              <a:gdLst/>
              <a:ahLst/>
              <a:cxnLst/>
              <a:rect l="l" t="t" r="r" b="b"/>
              <a:pathLst>
                <a:path w="1253109" h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6949440" y="3383280"/>
            <a:ext cx="914400" cy="914400"/>
            <a:chOff x="0" y="0"/>
            <a:chExt cx="1219200" cy="1219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🌿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38160" y="3383280"/>
            <a:ext cx="3383280" cy="914400"/>
            <a:chOff x="0" y="0"/>
            <a:chExt cx="4511040" cy="12192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511040" cy="1219200"/>
            </a:xfrm>
            <a:custGeom>
              <a:avLst/>
              <a:gdLst/>
              <a:ahLst/>
              <a:cxnLst/>
              <a:rect l="l" t="t" r="r" b="b"/>
              <a:pathLst>
                <a:path w="4511040" h="1219200">
                  <a:moveTo>
                    <a:pt x="0" y="0"/>
                  </a:moveTo>
                  <a:lnTo>
                    <a:pt x="4511040" y="0"/>
                  </a:lnTo>
                  <a:lnTo>
                    <a:pt x="4511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094" b="-22094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66675"/>
              <a:ext cx="451104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Plant Catalog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6949440" y="4533900"/>
            <a:ext cx="4480560" cy="131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Search plants with sunlight, water and soil details.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2057383" y="2913383"/>
            <a:ext cx="5237483" cy="3134363"/>
            <a:chOff x="0" y="0"/>
            <a:chExt cx="6983311" cy="417915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983349" cy="4179189"/>
            </a:xfrm>
            <a:custGeom>
              <a:avLst/>
              <a:gdLst/>
              <a:ahLst/>
              <a:cxnLst/>
              <a:rect l="l" t="t" r="r" b="b"/>
              <a:pathLst>
                <a:path w="6983349" h="4179189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688328" y="0"/>
                  </a:lnTo>
                  <a:cubicBezTo>
                    <a:pt x="6851269" y="0"/>
                    <a:pt x="6983349" y="132080"/>
                    <a:pt x="6983349" y="295021"/>
                  </a:cubicBezTo>
                  <a:lnTo>
                    <a:pt x="6983349" y="3884168"/>
                  </a:lnTo>
                  <a:cubicBezTo>
                    <a:pt x="6983349" y="4047109"/>
                    <a:pt x="6851269" y="4179189"/>
                    <a:pt x="668832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F3DC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2423143" y="2913383"/>
            <a:ext cx="4505963" cy="153419"/>
            <a:chOff x="0" y="0"/>
            <a:chExt cx="6007951" cy="20455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007989" cy="204597"/>
            </a:xfrm>
            <a:custGeom>
              <a:avLst/>
              <a:gdLst/>
              <a:ahLst/>
              <a:cxnLst/>
              <a:rect l="l" t="t" r="r" b="b"/>
              <a:pathLst>
                <a:path w="6007989" h="204597">
                  <a:moveTo>
                    <a:pt x="0" y="0"/>
                  </a:moveTo>
                  <a:lnTo>
                    <a:pt x="6007989" y="0"/>
                  </a:lnTo>
                  <a:lnTo>
                    <a:pt x="600798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12423143" y="3370583"/>
            <a:ext cx="939803" cy="939803"/>
            <a:chOff x="0" y="0"/>
            <a:chExt cx="1253071" cy="125307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253109" cy="1253109"/>
            </a:xfrm>
            <a:custGeom>
              <a:avLst/>
              <a:gdLst/>
              <a:ahLst/>
              <a:cxnLst/>
              <a:rect l="l" t="t" r="r" b="b"/>
              <a:pathLst>
                <a:path w="1253109" h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12435840" y="3383280"/>
            <a:ext cx="914400" cy="914400"/>
            <a:chOff x="0" y="0"/>
            <a:chExt cx="1219200" cy="12192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🏡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624560" y="3383280"/>
            <a:ext cx="3383280" cy="914400"/>
            <a:chOff x="0" y="0"/>
            <a:chExt cx="4511040" cy="12192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511040" cy="1219200"/>
            </a:xfrm>
            <a:custGeom>
              <a:avLst/>
              <a:gdLst/>
              <a:ahLst/>
              <a:cxnLst/>
              <a:rect l="l" t="t" r="r" b="b"/>
              <a:pathLst>
                <a:path w="4511040" h="1219200">
                  <a:moveTo>
                    <a:pt x="0" y="0"/>
                  </a:moveTo>
                  <a:lnTo>
                    <a:pt x="4511040" y="0"/>
                  </a:lnTo>
                  <a:lnTo>
                    <a:pt x="4511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094" b="-22094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451104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 Garden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2435840" y="4533900"/>
            <a:ext cx="4480560" cy="131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Save plants and track their growth.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084583" y="6296663"/>
            <a:ext cx="5237483" cy="3134363"/>
            <a:chOff x="0" y="0"/>
            <a:chExt cx="6983311" cy="417915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983349" cy="4179189"/>
            </a:xfrm>
            <a:custGeom>
              <a:avLst/>
              <a:gdLst/>
              <a:ahLst/>
              <a:cxnLst/>
              <a:rect l="l" t="t" r="r" b="b"/>
              <a:pathLst>
                <a:path w="6983349" h="4179189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688328" y="0"/>
                  </a:lnTo>
                  <a:cubicBezTo>
                    <a:pt x="6851269" y="0"/>
                    <a:pt x="6983349" y="132080"/>
                    <a:pt x="6983349" y="295021"/>
                  </a:cubicBezTo>
                  <a:lnTo>
                    <a:pt x="6983349" y="3884168"/>
                  </a:lnTo>
                  <a:cubicBezTo>
                    <a:pt x="6983349" y="4047109"/>
                    <a:pt x="6851269" y="4179189"/>
                    <a:pt x="668832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F3DC"/>
              </a:solidFill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1450343" y="6296663"/>
            <a:ext cx="4505963" cy="153419"/>
            <a:chOff x="0" y="0"/>
            <a:chExt cx="6007951" cy="204559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007989" cy="204597"/>
            </a:xfrm>
            <a:custGeom>
              <a:avLst/>
              <a:gdLst/>
              <a:ahLst/>
              <a:cxnLst/>
              <a:rect l="l" t="t" r="r" b="b"/>
              <a:pathLst>
                <a:path w="6007989" h="204597">
                  <a:moveTo>
                    <a:pt x="0" y="0"/>
                  </a:moveTo>
                  <a:lnTo>
                    <a:pt x="6007989" y="0"/>
                  </a:lnTo>
                  <a:lnTo>
                    <a:pt x="600798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52B788"/>
            </a:solidFill>
            <a:ln w="25400" cap="sq">
              <a:solidFill>
                <a:srgbClr val="52B788"/>
              </a:solidFill>
              <a:prstDash val="solid"/>
              <a:miter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1450343" y="6753863"/>
            <a:ext cx="939803" cy="939803"/>
            <a:chOff x="0" y="0"/>
            <a:chExt cx="1253071" cy="1253071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253109" cy="1253109"/>
            </a:xfrm>
            <a:custGeom>
              <a:avLst/>
              <a:gdLst/>
              <a:ahLst/>
              <a:cxnLst/>
              <a:rect l="l" t="t" r="r" b="b"/>
              <a:pathLst>
                <a:path w="1253109" h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52B788"/>
            </a:solidFill>
            <a:ln w="25400" cap="sq">
              <a:solidFill>
                <a:srgbClr val="52B788"/>
              </a:solidFill>
              <a:prstDash val="solid"/>
              <a:miter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1463040" y="6766560"/>
            <a:ext cx="914400" cy="914400"/>
            <a:chOff x="0" y="0"/>
            <a:chExt cx="1219200" cy="12192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💧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2651760" y="6766560"/>
            <a:ext cx="3383280" cy="914400"/>
            <a:chOff x="0" y="0"/>
            <a:chExt cx="4511040" cy="12192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511040" cy="1219200"/>
            </a:xfrm>
            <a:custGeom>
              <a:avLst/>
              <a:gdLst/>
              <a:ahLst/>
              <a:cxnLst/>
              <a:rect l="l" t="t" r="r" b="b"/>
              <a:pathLst>
                <a:path w="4511040" h="1219200">
                  <a:moveTo>
                    <a:pt x="0" y="0"/>
                  </a:moveTo>
                  <a:lnTo>
                    <a:pt x="4511040" y="0"/>
                  </a:lnTo>
                  <a:lnTo>
                    <a:pt x="4511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094" b="-22094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66675"/>
              <a:ext cx="451104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Care Reminders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463040" y="7917180"/>
            <a:ext cx="4480560" cy="131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Watering and fertilizing alerts.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6570983" y="6296663"/>
            <a:ext cx="5237483" cy="3134363"/>
            <a:chOff x="0" y="0"/>
            <a:chExt cx="6983311" cy="4179151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983349" cy="4179189"/>
            </a:xfrm>
            <a:custGeom>
              <a:avLst/>
              <a:gdLst/>
              <a:ahLst/>
              <a:cxnLst/>
              <a:rect l="l" t="t" r="r" b="b"/>
              <a:pathLst>
                <a:path w="6983349" h="4179189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688328" y="0"/>
                  </a:lnTo>
                  <a:cubicBezTo>
                    <a:pt x="6851269" y="0"/>
                    <a:pt x="6983349" y="132080"/>
                    <a:pt x="6983349" y="295021"/>
                  </a:cubicBezTo>
                  <a:lnTo>
                    <a:pt x="6983349" y="3884168"/>
                  </a:lnTo>
                  <a:cubicBezTo>
                    <a:pt x="6983349" y="4047109"/>
                    <a:pt x="6851269" y="4179189"/>
                    <a:pt x="668832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F3DC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936743" y="6296663"/>
            <a:ext cx="4505963" cy="153419"/>
            <a:chOff x="0" y="0"/>
            <a:chExt cx="6007951" cy="204559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6007989" cy="204597"/>
            </a:xfrm>
            <a:custGeom>
              <a:avLst/>
              <a:gdLst/>
              <a:ahLst/>
              <a:cxnLst/>
              <a:rect l="l" t="t" r="r" b="b"/>
              <a:pathLst>
                <a:path w="6007989" h="204597">
                  <a:moveTo>
                    <a:pt x="0" y="0"/>
                  </a:moveTo>
                  <a:lnTo>
                    <a:pt x="6007989" y="0"/>
                  </a:lnTo>
                  <a:lnTo>
                    <a:pt x="600798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6936743" y="6753863"/>
            <a:ext cx="939803" cy="939803"/>
            <a:chOff x="0" y="0"/>
            <a:chExt cx="1253071" cy="1253071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253109" cy="1253109"/>
            </a:xfrm>
            <a:custGeom>
              <a:avLst/>
              <a:gdLst/>
              <a:ahLst/>
              <a:cxnLst/>
              <a:rect l="l" t="t" r="r" b="b"/>
              <a:pathLst>
                <a:path w="1253109" h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6949440" y="6766560"/>
            <a:ext cx="914400" cy="914400"/>
            <a:chOff x="0" y="0"/>
            <a:chExt cx="1219200" cy="12192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📸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138160" y="6766560"/>
            <a:ext cx="3383280" cy="914400"/>
            <a:chOff x="0" y="0"/>
            <a:chExt cx="4511040" cy="12192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511040" cy="1219200"/>
            </a:xfrm>
            <a:custGeom>
              <a:avLst/>
              <a:gdLst/>
              <a:ahLst/>
              <a:cxnLst/>
              <a:rect l="l" t="t" r="r" b="b"/>
              <a:pathLst>
                <a:path w="4511040" h="1219200">
                  <a:moveTo>
                    <a:pt x="0" y="0"/>
                  </a:moveTo>
                  <a:lnTo>
                    <a:pt x="4511040" y="0"/>
                  </a:lnTo>
                  <a:lnTo>
                    <a:pt x="4511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094" b="-22094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66675"/>
              <a:ext cx="451104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Community Posts</a:t>
              </a:r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6949440" y="7917180"/>
            <a:ext cx="4480560" cy="131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Share photos, tips and questions.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12057383" y="6296663"/>
            <a:ext cx="5237483" cy="3134363"/>
            <a:chOff x="0" y="0"/>
            <a:chExt cx="6983311" cy="4179151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6983349" cy="4179189"/>
            </a:xfrm>
            <a:custGeom>
              <a:avLst/>
              <a:gdLst/>
              <a:ahLst/>
              <a:cxnLst/>
              <a:rect l="l" t="t" r="r" b="b"/>
              <a:pathLst>
                <a:path w="6983349" h="4179189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688328" y="0"/>
                  </a:lnTo>
                  <a:cubicBezTo>
                    <a:pt x="6851269" y="0"/>
                    <a:pt x="6983349" y="132080"/>
                    <a:pt x="6983349" y="295021"/>
                  </a:cubicBezTo>
                  <a:lnTo>
                    <a:pt x="6983349" y="3884168"/>
                  </a:lnTo>
                  <a:cubicBezTo>
                    <a:pt x="6983349" y="4047109"/>
                    <a:pt x="6851269" y="4179189"/>
                    <a:pt x="668832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F3DC"/>
              </a:solidFill>
              <a:prstDash val="solid"/>
              <a:miter/>
            </a:ln>
          </p:spPr>
        </p:sp>
      </p:grpSp>
      <p:grpSp>
        <p:nvGrpSpPr>
          <p:cNvPr id="85" name="Group 85"/>
          <p:cNvGrpSpPr/>
          <p:nvPr/>
        </p:nvGrpSpPr>
        <p:grpSpPr>
          <a:xfrm>
            <a:off x="12423143" y="6296663"/>
            <a:ext cx="4505963" cy="153419"/>
            <a:chOff x="0" y="0"/>
            <a:chExt cx="6007951" cy="204559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6007989" cy="204597"/>
            </a:xfrm>
            <a:custGeom>
              <a:avLst/>
              <a:gdLst/>
              <a:ahLst/>
              <a:cxnLst/>
              <a:rect l="l" t="t" r="r" b="b"/>
              <a:pathLst>
                <a:path w="6007989" h="204597">
                  <a:moveTo>
                    <a:pt x="0" y="0"/>
                  </a:moveTo>
                  <a:lnTo>
                    <a:pt x="6007989" y="0"/>
                  </a:lnTo>
                  <a:lnTo>
                    <a:pt x="600798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12423143" y="6753863"/>
            <a:ext cx="939803" cy="939803"/>
            <a:chOff x="0" y="0"/>
            <a:chExt cx="1253071" cy="1253071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253109" cy="1253109"/>
            </a:xfrm>
            <a:custGeom>
              <a:avLst/>
              <a:gdLst/>
              <a:ahLst/>
              <a:cxnLst/>
              <a:rect l="l" t="t" r="r" b="b"/>
              <a:pathLst>
                <a:path w="1253109" h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89" name="Group 89"/>
          <p:cNvGrpSpPr/>
          <p:nvPr/>
        </p:nvGrpSpPr>
        <p:grpSpPr>
          <a:xfrm>
            <a:off x="12435840" y="6766560"/>
            <a:ext cx="914400" cy="914400"/>
            <a:chOff x="0" y="0"/>
            <a:chExt cx="1219200" cy="121920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💬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3624560" y="6766560"/>
            <a:ext cx="3383280" cy="914400"/>
            <a:chOff x="0" y="0"/>
            <a:chExt cx="4511040" cy="121920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4511040" cy="1219200"/>
            </a:xfrm>
            <a:custGeom>
              <a:avLst/>
              <a:gdLst/>
              <a:ahLst/>
              <a:cxnLst/>
              <a:rect l="l" t="t" r="r" b="b"/>
              <a:pathLst>
                <a:path w="4511040" h="1219200">
                  <a:moveTo>
                    <a:pt x="0" y="0"/>
                  </a:moveTo>
                  <a:lnTo>
                    <a:pt x="4511040" y="0"/>
                  </a:lnTo>
                  <a:lnTo>
                    <a:pt x="4511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094" b="-22094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66675"/>
              <a:ext cx="451104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Comments &amp; Likes</a:t>
              </a:r>
            </a:p>
          </p:txBody>
        </p:sp>
      </p:grpSp>
      <p:sp>
        <p:nvSpPr>
          <p:cNvPr id="95" name="TextBox 95"/>
          <p:cNvSpPr txBox="1"/>
          <p:nvPr/>
        </p:nvSpPr>
        <p:spPr>
          <a:xfrm>
            <a:off x="12435840" y="7917180"/>
            <a:ext cx="4480560" cy="131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Interact with fellow gardeners.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2697" y="-12697"/>
            <a:ext cx="18313403" cy="2311403"/>
            <a:chOff x="0" y="0"/>
            <a:chExt cx="24417871" cy="30818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17910" cy="3081909"/>
            </a:xfrm>
            <a:custGeom>
              <a:avLst/>
              <a:gdLst/>
              <a:ahLst/>
              <a:cxnLst/>
              <a:rect l="l" t="t" r="r" b="b"/>
              <a:pathLst>
                <a:path w="24417910" h="3081909">
                  <a:moveTo>
                    <a:pt x="0" y="0"/>
                  </a:moveTo>
                  <a:lnTo>
                    <a:pt x="24417910" y="0"/>
                  </a:lnTo>
                  <a:lnTo>
                    <a:pt x="24417910" y="3081909"/>
                  </a:lnTo>
                  <a:lnTo>
                    <a:pt x="0" y="3081909"/>
                  </a:lnTo>
                  <a:close/>
                </a:path>
              </a:pathLst>
            </a:custGeom>
            <a:solidFill>
              <a:srgbClr val="14532D"/>
            </a:solidFill>
            <a:ln w="25400" cap="sq">
              <a:solidFill>
                <a:srgbClr val="14532D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5166343" y="-1109977"/>
            <a:ext cx="4048763" cy="4048763"/>
            <a:chOff x="0" y="0"/>
            <a:chExt cx="5398351" cy="53983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98389" cy="5398389"/>
            </a:xfrm>
            <a:custGeom>
              <a:avLst/>
              <a:gdLst/>
              <a:ahLst/>
              <a:cxnLst/>
              <a:rect l="l" t="t" r="r" b="b"/>
              <a:pathLst>
                <a:path w="5398389" h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cubicBezTo>
                    <a:pt x="4189857" y="0"/>
                    <a:pt x="5398389" y="1208405"/>
                    <a:pt x="5398389" y="2699131"/>
                  </a:cubicBezTo>
                  <a:cubicBezTo>
                    <a:pt x="5398389" y="4189857"/>
                    <a:pt x="4189857" y="5398389"/>
                    <a:pt x="2699131" y="5398389"/>
                  </a:cubicBezTo>
                  <a:cubicBezTo>
                    <a:pt x="1208405" y="5398389"/>
                    <a:pt x="0" y="4189857"/>
                    <a:pt x="0" y="2699131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6002000" y="548640"/>
            <a:ext cx="1463040" cy="1280160"/>
            <a:chOff x="0" y="0"/>
            <a:chExt cx="1950720" cy="1706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0720" cy="1706880"/>
            </a:xfrm>
            <a:custGeom>
              <a:avLst/>
              <a:gdLst/>
              <a:ahLst/>
              <a:cxnLst/>
              <a:rect l="l" t="t" r="r" b="b"/>
              <a:pathLst>
                <a:path w="1950720" h="1706880">
                  <a:moveTo>
                    <a:pt x="0" y="0"/>
                  </a:moveTo>
                  <a:lnTo>
                    <a:pt x="1950720" y="0"/>
                  </a:lnTo>
                  <a:lnTo>
                    <a:pt x="19507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r="-6226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95072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💻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2697" y="2273303"/>
            <a:ext cx="18313403" cy="135131"/>
            <a:chOff x="0" y="0"/>
            <a:chExt cx="24417871" cy="1801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17910" cy="180213"/>
            </a:xfrm>
            <a:custGeom>
              <a:avLst/>
              <a:gdLst/>
              <a:ahLst/>
              <a:cxnLst/>
              <a:rect l="l" t="t" r="r" b="b"/>
              <a:pathLst>
                <a:path w="24417910" h="180213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7280" y="402336"/>
            <a:ext cx="10972800" cy="457200"/>
            <a:chOff x="0" y="0"/>
            <a:chExt cx="14630400" cy="60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30400" cy="609600"/>
            </a:xfrm>
            <a:custGeom>
              <a:avLst/>
              <a:gdLst/>
              <a:ahLst/>
              <a:cxnLst/>
              <a:rect l="l" t="t" r="r" b="b"/>
              <a:pathLst>
                <a:path w="14630400" h="6096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7640" b="-4176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4630400" cy="65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 spc="599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TOOLS USED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7280" y="914400"/>
            <a:ext cx="13898880" cy="1097280"/>
            <a:chOff x="0" y="0"/>
            <a:chExt cx="18531840" cy="14630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31839" cy="1463040"/>
            </a:xfrm>
            <a:custGeom>
              <a:avLst/>
              <a:gdLst/>
              <a:ahLst/>
              <a:cxnLst/>
              <a:rect l="l" t="t" r="r" b="b"/>
              <a:pathLst>
                <a:path w="18531839" h="1463040">
                  <a:moveTo>
                    <a:pt x="0" y="0"/>
                  </a:moveTo>
                  <a:lnTo>
                    <a:pt x="18531839" y="0"/>
                  </a:lnTo>
                  <a:lnTo>
                    <a:pt x="18531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14300"/>
              <a:ext cx="18531840" cy="1577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r>
                <a:rPr lang="en-US" sz="5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Stack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84583" y="3004823"/>
            <a:ext cx="5328923" cy="2768603"/>
            <a:chOff x="0" y="0"/>
            <a:chExt cx="7105231" cy="369147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105142" cy="3691382"/>
            </a:xfrm>
            <a:custGeom>
              <a:avLst/>
              <a:gdLst/>
              <a:ahLst/>
              <a:cxnLst/>
              <a:rect l="l" t="t" r="r" b="b"/>
              <a:pathLst>
                <a:path w="7105142" h="3691382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6809867" y="0"/>
                  </a:lnTo>
                  <a:cubicBezTo>
                    <a:pt x="6972936" y="0"/>
                    <a:pt x="7105142" y="132207"/>
                    <a:pt x="7105142" y="295275"/>
                  </a:cubicBezTo>
                  <a:lnTo>
                    <a:pt x="7105142" y="3396107"/>
                  </a:lnTo>
                  <a:cubicBezTo>
                    <a:pt x="7105142" y="3559175"/>
                    <a:pt x="6972936" y="3691382"/>
                    <a:pt x="6809867" y="3691382"/>
                  </a:cubicBezTo>
                  <a:lnTo>
                    <a:pt x="295275" y="3691382"/>
                  </a:lnTo>
                  <a:cubicBezTo>
                    <a:pt x="132207" y="3691509"/>
                    <a:pt x="0" y="3559302"/>
                    <a:pt x="0" y="3396107"/>
                  </a:cubicBezTo>
                  <a:close/>
                </a:path>
              </a:pathLst>
            </a:custGeom>
            <a:solidFill>
              <a:srgbClr val="14532D"/>
            </a:solidFill>
            <a:ln w="25400" cap="sq">
              <a:solidFill>
                <a:srgbClr val="14532D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097280" y="3108960"/>
            <a:ext cx="5303520" cy="1097280"/>
            <a:chOff x="0" y="0"/>
            <a:chExt cx="7071360" cy="14630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071360" cy="1463040"/>
            </a:xfrm>
            <a:custGeom>
              <a:avLst/>
              <a:gdLst/>
              <a:ahLst/>
              <a:cxnLst/>
              <a:rect l="l" t="t" r="r" b="b"/>
              <a:pathLst>
                <a:path w="7071360" h="1463040">
                  <a:moveTo>
                    <a:pt x="0" y="0"/>
                  </a:moveTo>
                  <a:lnTo>
                    <a:pt x="7071360" y="0"/>
                  </a:lnTo>
                  <a:lnTo>
                    <a:pt x="7071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177" b="-4417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707136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20"/>
                </a:lnSpc>
              </a:pPr>
              <a:r>
                <a:rPr lang="en-US" sz="56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☕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97280" y="4206240"/>
            <a:ext cx="5303520" cy="731520"/>
            <a:chOff x="0" y="0"/>
            <a:chExt cx="7071360" cy="9753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071360" cy="975360"/>
            </a:xfrm>
            <a:custGeom>
              <a:avLst/>
              <a:gdLst/>
              <a:ahLst/>
              <a:cxnLst/>
              <a:rect l="l" t="t" r="r" b="b"/>
              <a:pathLst>
                <a:path w="7071360" h="975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266" b="-91266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7071360" cy="10420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Java (Swing)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97280" y="4937760"/>
            <a:ext cx="5303520" cy="548640"/>
            <a:chOff x="0" y="0"/>
            <a:chExt cx="7071360" cy="7315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071360" cy="731520"/>
            </a:xfrm>
            <a:custGeom>
              <a:avLst/>
              <a:gdLst/>
              <a:ahLst/>
              <a:cxnLst/>
              <a:rect l="l" t="t" r="r" b="b"/>
              <a:pathLst>
                <a:path w="7071360" h="73152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8355" b="-138355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0713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Desktop user interface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2423" y="3004823"/>
            <a:ext cx="5328923" cy="2768603"/>
            <a:chOff x="0" y="0"/>
            <a:chExt cx="7105231" cy="369147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105142" cy="3691382"/>
            </a:xfrm>
            <a:custGeom>
              <a:avLst/>
              <a:gdLst/>
              <a:ahLst/>
              <a:cxnLst/>
              <a:rect l="l" t="t" r="r" b="b"/>
              <a:pathLst>
                <a:path w="7105142" h="3691382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6809867" y="0"/>
                  </a:lnTo>
                  <a:cubicBezTo>
                    <a:pt x="6972936" y="0"/>
                    <a:pt x="7105142" y="132207"/>
                    <a:pt x="7105142" y="295275"/>
                  </a:cubicBezTo>
                  <a:lnTo>
                    <a:pt x="7105142" y="3396107"/>
                  </a:lnTo>
                  <a:cubicBezTo>
                    <a:pt x="7105142" y="3559175"/>
                    <a:pt x="6972936" y="3691382"/>
                    <a:pt x="6809867" y="3691382"/>
                  </a:cubicBezTo>
                  <a:lnTo>
                    <a:pt x="295275" y="3691382"/>
                  </a:lnTo>
                  <a:cubicBezTo>
                    <a:pt x="132207" y="3691509"/>
                    <a:pt x="0" y="3559302"/>
                    <a:pt x="0" y="3396107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6675120" y="3108960"/>
            <a:ext cx="5303520" cy="1097280"/>
            <a:chOff x="0" y="0"/>
            <a:chExt cx="7071360" cy="14630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071360" cy="1463040"/>
            </a:xfrm>
            <a:custGeom>
              <a:avLst/>
              <a:gdLst/>
              <a:ahLst/>
              <a:cxnLst/>
              <a:rect l="l" t="t" r="r" b="b"/>
              <a:pathLst>
                <a:path w="7071360" h="1463040">
                  <a:moveTo>
                    <a:pt x="0" y="0"/>
                  </a:moveTo>
                  <a:lnTo>
                    <a:pt x="7071360" y="0"/>
                  </a:lnTo>
                  <a:lnTo>
                    <a:pt x="7071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177" b="-44177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707136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20"/>
                </a:lnSpc>
              </a:pPr>
              <a:r>
                <a:rPr lang="en-US" sz="56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🗄️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75120" y="4206240"/>
            <a:ext cx="5303520" cy="731520"/>
            <a:chOff x="0" y="0"/>
            <a:chExt cx="7071360" cy="9753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071360" cy="975360"/>
            </a:xfrm>
            <a:custGeom>
              <a:avLst/>
              <a:gdLst/>
              <a:ahLst/>
              <a:cxnLst/>
              <a:rect l="l" t="t" r="r" b="b"/>
              <a:pathLst>
                <a:path w="7071360" h="975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266" b="-91266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66675"/>
              <a:ext cx="7071360" cy="10420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75120" y="4937760"/>
            <a:ext cx="5303520" cy="548640"/>
            <a:chOff x="0" y="0"/>
            <a:chExt cx="7071360" cy="73152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071360" cy="731520"/>
            </a:xfrm>
            <a:custGeom>
              <a:avLst/>
              <a:gdLst/>
              <a:ahLst/>
              <a:cxnLst/>
              <a:rect l="l" t="t" r="r" b="b"/>
              <a:pathLst>
                <a:path w="7071360" h="73152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8355" b="-138355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70713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Relational database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240263" y="3004823"/>
            <a:ext cx="5328923" cy="2768603"/>
            <a:chOff x="0" y="0"/>
            <a:chExt cx="7105231" cy="369147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105142" cy="3691382"/>
            </a:xfrm>
            <a:custGeom>
              <a:avLst/>
              <a:gdLst/>
              <a:ahLst/>
              <a:cxnLst/>
              <a:rect l="l" t="t" r="r" b="b"/>
              <a:pathLst>
                <a:path w="7105142" h="3691382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6809867" y="0"/>
                  </a:lnTo>
                  <a:cubicBezTo>
                    <a:pt x="6972936" y="0"/>
                    <a:pt x="7105142" y="132207"/>
                    <a:pt x="7105142" y="295275"/>
                  </a:cubicBezTo>
                  <a:lnTo>
                    <a:pt x="7105142" y="3396107"/>
                  </a:lnTo>
                  <a:cubicBezTo>
                    <a:pt x="7105142" y="3559175"/>
                    <a:pt x="6972936" y="3691382"/>
                    <a:pt x="6809867" y="3691382"/>
                  </a:cubicBezTo>
                  <a:lnTo>
                    <a:pt x="295275" y="3691382"/>
                  </a:lnTo>
                  <a:cubicBezTo>
                    <a:pt x="132207" y="3691509"/>
                    <a:pt x="0" y="3559302"/>
                    <a:pt x="0" y="3396107"/>
                  </a:cubicBezTo>
                  <a:close/>
                </a:path>
              </a:pathLst>
            </a:custGeom>
            <a:solidFill>
              <a:srgbClr val="52B788"/>
            </a:solidFill>
            <a:ln w="25400" cap="sq">
              <a:solidFill>
                <a:srgbClr val="52B788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2252960" y="3108960"/>
            <a:ext cx="5303520" cy="1097280"/>
            <a:chOff x="0" y="0"/>
            <a:chExt cx="7071360" cy="14630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071360" cy="1463040"/>
            </a:xfrm>
            <a:custGeom>
              <a:avLst/>
              <a:gdLst/>
              <a:ahLst/>
              <a:cxnLst/>
              <a:rect l="l" t="t" r="r" b="b"/>
              <a:pathLst>
                <a:path w="7071360" h="1463040">
                  <a:moveTo>
                    <a:pt x="0" y="0"/>
                  </a:moveTo>
                  <a:lnTo>
                    <a:pt x="7071360" y="0"/>
                  </a:lnTo>
                  <a:lnTo>
                    <a:pt x="7071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177" b="-44177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707136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20"/>
                </a:lnSpc>
              </a:pPr>
              <a:r>
                <a:rPr lang="en-US" sz="56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🔗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252960" y="4206240"/>
            <a:ext cx="5303520" cy="731520"/>
            <a:chOff x="0" y="0"/>
            <a:chExt cx="7071360" cy="97536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071360" cy="975360"/>
            </a:xfrm>
            <a:custGeom>
              <a:avLst/>
              <a:gdLst/>
              <a:ahLst/>
              <a:cxnLst/>
              <a:rect l="l" t="t" r="r" b="b"/>
              <a:pathLst>
                <a:path w="7071360" h="975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266" b="-91266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66675"/>
              <a:ext cx="7071360" cy="10420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JDBC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252960" y="4937760"/>
            <a:ext cx="5303520" cy="548640"/>
            <a:chOff x="0" y="0"/>
            <a:chExt cx="7071360" cy="7315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071360" cy="731520"/>
            </a:xfrm>
            <a:custGeom>
              <a:avLst/>
              <a:gdLst/>
              <a:ahLst/>
              <a:cxnLst/>
              <a:rect l="l" t="t" r="r" b="b"/>
              <a:pathLst>
                <a:path w="7071360" h="73152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8355" b="-138355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70713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 ↔ database link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97280" y="6217920"/>
            <a:ext cx="9144000" cy="640080"/>
            <a:chOff x="0" y="0"/>
            <a:chExt cx="12192000" cy="8534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2192000" cy="853440"/>
            </a:xfrm>
            <a:custGeom>
              <a:avLst/>
              <a:gdLst/>
              <a:ahLst/>
              <a:cxnLst/>
              <a:rect l="l" t="t" r="r" b="b"/>
              <a:pathLst>
                <a:path w="12192000" h="85344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57150"/>
              <a:ext cx="1219200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Workflow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84583" y="7028183"/>
            <a:ext cx="3225803" cy="2037083"/>
            <a:chOff x="0" y="0"/>
            <a:chExt cx="4301071" cy="2716111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301109" cy="2716149"/>
            </a:xfrm>
            <a:custGeom>
              <a:avLst/>
              <a:gdLst/>
              <a:ahLst/>
              <a:cxnLst/>
              <a:rect l="l" t="t" r="r" b="b"/>
              <a:pathLst>
                <a:path w="4301109" h="2716149">
                  <a:moveTo>
                    <a:pt x="0" y="0"/>
                  </a:moveTo>
                  <a:lnTo>
                    <a:pt x="2942971" y="0"/>
                  </a:lnTo>
                  <a:lnTo>
                    <a:pt x="4301109" y="1358011"/>
                  </a:lnTo>
                  <a:lnTo>
                    <a:pt x="2942971" y="2716149"/>
                  </a:lnTo>
                  <a:lnTo>
                    <a:pt x="0" y="2716149"/>
                  </a:lnTo>
                  <a:lnTo>
                    <a:pt x="1358011" y="1358011"/>
                  </a:lnTo>
                  <a:close/>
                </a:path>
              </a:pathLst>
            </a:custGeom>
            <a:solidFill>
              <a:srgbClr val="52B788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1828800" y="7040880"/>
            <a:ext cx="2011680" cy="2011680"/>
            <a:chOff x="0" y="0"/>
            <a:chExt cx="2682240" cy="26822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682240" cy="2682240"/>
            </a:xfrm>
            <a:custGeom>
              <a:avLst/>
              <a:gdLst/>
              <a:ahLst/>
              <a:cxnLst/>
              <a:rect l="l" t="t" r="r" b="b"/>
              <a:pathLst>
                <a:path w="2682240" h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2682240" cy="2729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Launch app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376423" y="7028183"/>
            <a:ext cx="3225803" cy="2037083"/>
            <a:chOff x="0" y="0"/>
            <a:chExt cx="4301071" cy="2716111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301109" cy="2716149"/>
            </a:xfrm>
            <a:custGeom>
              <a:avLst/>
              <a:gdLst/>
              <a:ahLst/>
              <a:cxnLst/>
              <a:rect l="l" t="t" r="r" b="b"/>
              <a:pathLst>
                <a:path w="4301109" h="2716149">
                  <a:moveTo>
                    <a:pt x="0" y="0"/>
                  </a:moveTo>
                  <a:lnTo>
                    <a:pt x="2942971" y="0"/>
                  </a:lnTo>
                  <a:lnTo>
                    <a:pt x="4301109" y="1358011"/>
                  </a:lnTo>
                  <a:lnTo>
                    <a:pt x="2942971" y="2716149"/>
                  </a:lnTo>
                  <a:lnTo>
                    <a:pt x="0" y="2716149"/>
                  </a:lnTo>
                  <a:lnTo>
                    <a:pt x="1358011" y="1358011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5120640" y="7040880"/>
            <a:ext cx="2011680" cy="2011680"/>
            <a:chOff x="0" y="0"/>
            <a:chExt cx="2682240" cy="268224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682240" cy="2682240"/>
            </a:xfrm>
            <a:custGeom>
              <a:avLst/>
              <a:gdLst/>
              <a:ahLst/>
              <a:cxnLst/>
              <a:rect l="l" t="t" r="r" b="b"/>
              <a:pathLst>
                <a:path w="2682240" h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47625"/>
              <a:ext cx="2682240" cy="2729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Login / Sign up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668263" y="7028183"/>
            <a:ext cx="3225803" cy="2037083"/>
            <a:chOff x="0" y="0"/>
            <a:chExt cx="4301071" cy="2716111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301109" cy="2716149"/>
            </a:xfrm>
            <a:custGeom>
              <a:avLst/>
              <a:gdLst/>
              <a:ahLst/>
              <a:cxnLst/>
              <a:rect l="l" t="t" r="r" b="b"/>
              <a:pathLst>
                <a:path w="4301109" h="2716149">
                  <a:moveTo>
                    <a:pt x="0" y="0"/>
                  </a:moveTo>
                  <a:lnTo>
                    <a:pt x="2942971" y="0"/>
                  </a:lnTo>
                  <a:lnTo>
                    <a:pt x="4301109" y="1358011"/>
                  </a:lnTo>
                  <a:lnTo>
                    <a:pt x="2942971" y="2716149"/>
                  </a:lnTo>
                  <a:lnTo>
                    <a:pt x="0" y="2716149"/>
                  </a:lnTo>
                  <a:lnTo>
                    <a:pt x="1358011" y="1358011"/>
                  </a:lnTo>
                  <a:close/>
                </a:path>
              </a:pathLst>
            </a:custGeom>
            <a:solidFill>
              <a:srgbClr val="52B788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8412480" y="7040880"/>
            <a:ext cx="2011680" cy="2011680"/>
            <a:chOff x="0" y="0"/>
            <a:chExt cx="2682240" cy="268224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682240" cy="2682240"/>
            </a:xfrm>
            <a:custGeom>
              <a:avLst/>
              <a:gdLst/>
              <a:ahLst/>
              <a:cxnLst/>
              <a:rect l="l" t="t" r="r" b="b"/>
              <a:pathLst>
                <a:path w="2682240" h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47625"/>
              <a:ext cx="2682240" cy="2729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 data (MySQL)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960103" y="7028183"/>
            <a:ext cx="3225803" cy="2037083"/>
            <a:chOff x="0" y="0"/>
            <a:chExt cx="4301071" cy="2716111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301109" cy="2716149"/>
            </a:xfrm>
            <a:custGeom>
              <a:avLst/>
              <a:gdLst/>
              <a:ahLst/>
              <a:cxnLst/>
              <a:rect l="l" t="t" r="r" b="b"/>
              <a:pathLst>
                <a:path w="4301109" h="2716149">
                  <a:moveTo>
                    <a:pt x="0" y="0"/>
                  </a:moveTo>
                  <a:lnTo>
                    <a:pt x="2942971" y="0"/>
                  </a:lnTo>
                  <a:lnTo>
                    <a:pt x="4301109" y="1358011"/>
                  </a:lnTo>
                  <a:lnTo>
                    <a:pt x="2942971" y="2716149"/>
                  </a:lnTo>
                  <a:lnTo>
                    <a:pt x="0" y="2716149"/>
                  </a:lnTo>
                  <a:lnTo>
                    <a:pt x="1358011" y="1358011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11704320" y="7040880"/>
            <a:ext cx="2011680" cy="2011680"/>
            <a:chOff x="0" y="0"/>
            <a:chExt cx="2682240" cy="268224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682240" cy="2682240"/>
            </a:xfrm>
            <a:custGeom>
              <a:avLst/>
              <a:gdLst/>
              <a:ahLst/>
              <a:cxnLst/>
              <a:rect l="l" t="t" r="r" b="b"/>
              <a:pathLst>
                <a:path w="2682240" h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47625"/>
              <a:ext cx="2682240" cy="2729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Browse, Post, Remind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4251943" y="7028183"/>
            <a:ext cx="3225803" cy="2037083"/>
            <a:chOff x="0" y="0"/>
            <a:chExt cx="4301071" cy="2716111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301109" cy="2716149"/>
            </a:xfrm>
            <a:custGeom>
              <a:avLst/>
              <a:gdLst/>
              <a:ahLst/>
              <a:cxnLst/>
              <a:rect l="l" t="t" r="r" b="b"/>
              <a:pathLst>
                <a:path w="4301109" h="2716149">
                  <a:moveTo>
                    <a:pt x="0" y="0"/>
                  </a:moveTo>
                  <a:lnTo>
                    <a:pt x="2942971" y="0"/>
                  </a:lnTo>
                  <a:lnTo>
                    <a:pt x="4301109" y="1358011"/>
                  </a:lnTo>
                  <a:lnTo>
                    <a:pt x="2942971" y="2716149"/>
                  </a:lnTo>
                  <a:lnTo>
                    <a:pt x="0" y="2716149"/>
                  </a:lnTo>
                  <a:lnTo>
                    <a:pt x="1358011" y="1358011"/>
                  </a:lnTo>
                  <a:close/>
                </a:path>
              </a:pathLst>
            </a:custGeom>
            <a:solidFill>
              <a:srgbClr val="52B788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14996160" y="7040880"/>
            <a:ext cx="2011680" cy="2011680"/>
            <a:chOff x="0" y="0"/>
            <a:chExt cx="2682240" cy="268224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682240" cy="2682240"/>
            </a:xfrm>
            <a:custGeom>
              <a:avLst/>
              <a:gdLst/>
              <a:ahLst/>
              <a:cxnLst/>
              <a:rect l="l" t="t" r="r" b="b"/>
              <a:pathLst>
                <a:path w="2682240" h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47625"/>
              <a:ext cx="2682240" cy="2729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Save to database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2697" y="-12697"/>
            <a:ext cx="18313403" cy="2311403"/>
            <a:chOff x="0" y="0"/>
            <a:chExt cx="24417871" cy="30818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17910" cy="3081909"/>
            </a:xfrm>
            <a:custGeom>
              <a:avLst/>
              <a:gdLst/>
              <a:ahLst/>
              <a:cxnLst/>
              <a:rect l="l" t="t" r="r" b="b"/>
              <a:pathLst>
                <a:path w="24417910" h="3081909">
                  <a:moveTo>
                    <a:pt x="0" y="0"/>
                  </a:moveTo>
                  <a:lnTo>
                    <a:pt x="24417910" y="0"/>
                  </a:lnTo>
                  <a:lnTo>
                    <a:pt x="24417910" y="3081909"/>
                  </a:lnTo>
                  <a:lnTo>
                    <a:pt x="0" y="3081909"/>
                  </a:lnTo>
                  <a:close/>
                </a:path>
              </a:pathLst>
            </a:custGeom>
            <a:solidFill>
              <a:srgbClr val="14532D"/>
            </a:solidFill>
            <a:ln w="25400" cap="sq">
              <a:solidFill>
                <a:srgbClr val="14532D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5166343" y="-1109977"/>
            <a:ext cx="4048763" cy="4048763"/>
            <a:chOff x="0" y="0"/>
            <a:chExt cx="5398351" cy="53983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98389" cy="5398389"/>
            </a:xfrm>
            <a:custGeom>
              <a:avLst/>
              <a:gdLst/>
              <a:ahLst/>
              <a:cxnLst/>
              <a:rect l="l" t="t" r="r" b="b"/>
              <a:pathLst>
                <a:path w="5398389" h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cubicBezTo>
                    <a:pt x="4189857" y="0"/>
                    <a:pt x="5398389" y="1208405"/>
                    <a:pt x="5398389" y="2699131"/>
                  </a:cubicBezTo>
                  <a:cubicBezTo>
                    <a:pt x="5398389" y="4189857"/>
                    <a:pt x="4189857" y="5398389"/>
                    <a:pt x="2699131" y="5398389"/>
                  </a:cubicBezTo>
                  <a:cubicBezTo>
                    <a:pt x="1208405" y="5398389"/>
                    <a:pt x="0" y="4189857"/>
                    <a:pt x="0" y="2699131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6002000" y="548640"/>
            <a:ext cx="1463040" cy="1280160"/>
            <a:chOff x="0" y="0"/>
            <a:chExt cx="1950720" cy="1706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0720" cy="1706880"/>
            </a:xfrm>
            <a:custGeom>
              <a:avLst/>
              <a:gdLst/>
              <a:ahLst/>
              <a:cxnLst/>
              <a:rect l="l" t="t" r="r" b="b"/>
              <a:pathLst>
                <a:path w="1950720" h="1706880">
                  <a:moveTo>
                    <a:pt x="0" y="0"/>
                  </a:moveTo>
                  <a:lnTo>
                    <a:pt x="1950720" y="0"/>
                  </a:lnTo>
                  <a:lnTo>
                    <a:pt x="19507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r="-6226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95072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🧩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2697" y="2273303"/>
            <a:ext cx="18313403" cy="135131"/>
            <a:chOff x="0" y="0"/>
            <a:chExt cx="24417871" cy="1801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17910" cy="180213"/>
            </a:xfrm>
            <a:custGeom>
              <a:avLst/>
              <a:gdLst/>
              <a:ahLst/>
              <a:cxnLst/>
              <a:rect l="l" t="t" r="r" b="b"/>
              <a:pathLst>
                <a:path w="24417910" h="180213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7280" y="402336"/>
            <a:ext cx="10972800" cy="457200"/>
            <a:chOff x="0" y="0"/>
            <a:chExt cx="14630400" cy="60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30400" cy="609600"/>
            </a:xfrm>
            <a:custGeom>
              <a:avLst/>
              <a:gdLst/>
              <a:ahLst/>
              <a:cxnLst/>
              <a:rect l="l" t="t" r="r" b="b"/>
              <a:pathLst>
                <a:path w="14630400" h="6096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7640" b="-4176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4630400" cy="65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 spc="599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7280" y="914400"/>
            <a:ext cx="13898880" cy="1097280"/>
            <a:chOff x="0" y="0"/>
            <a:chExt cx="18531840" cy="14630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31839" cy="1463040"/>
            </a:xfrm>
            <a:custGeom>
              <a:avLst/>
              <a:gdLst/>
              <a:ahLst/>
              <a:cxnLst/>
              <a:rect l="l" t="t" r="r" b="b"/>
              <a:pathLst>
                <a:path w="18531839" h="1463040">
                  <a:moveTo>
                    <a:pt x="0" y="0"/>
                  </a:moveTo>
                  <a:lnTo>
                    <a:pt x="18531839" y="0"/>
                  </a:lnTo>
                  <a:lnTo>
                    <a:pt x="18531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14300"/>
              <a:ext cx="18531840" cy="1577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r>
                <a:rPr lang="en-US" sz="5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 Diagram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53863" y="3004823"/>
            <a:ext cx="4780283" cy="1397003"/>
            <a:chOff x="0" y="0"/>
            <a:chExt cx="6373711" cy="186267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73749" cy="1862709"/>
            </a:xfrm>
            <a:custGeom>
              <a:avLst/>
              <a:gdLst/>
              <a:ahLst/>
              <a:cxnLst/>
              <a:rect l="l" t="t" r="r" b="b"/>
              <a:pathLst>
                <a:path w="6373749" h="1862709">
                  <a:moveTo>
                    <a:pt x="0" y="248412"/>
                  </a:moveTo>
                  <a:cubicBezTo>
                    <a:pt x="0" y="111252"/>
                    <a:pt x="111252" y="0"/>
                    <a:pt x="248412" y="0"/>
                  </a:cubicBezTo>
                  <a:lnTo>
                    <a:pt x="6125337" y="0"/>
                  </a:lnTo>
                  <a:cubicBezTo>
                    <a:pt x="6262497" y="0"/>
                    <a:pt x="6373749" y="111252"/>
                    <a:pt x="6373749" y="248412"/>
                  </a:cubicBezTo>
                  <a:lnTo>
                    <a:pt x="6373749" y="1614297"/>
                  </a:lnTo>
                  <a:cubicBezTo>
                    <a:pt x="6373749" y="1751457"/>
                    <a:pt x="6262497" y="1862709"/>
                    <a:pt x="6125337" y="1862709"/>
                  </a:cubicBezTo>
                  <a:lnTo>
                    <a:pt x="248412" y="1862709"/>
                  </a:lnTo>
                  <a:cubicBezTo>
                    <a:pt x="111252" y="1862709"/>
                    <a:pt x="0" y="1751457"/>
                    <a:pt x="0" y="1614297"/>
                  </a:cubicBezTo>
                  <a:close/>
                </a:path>
              </a:pathLst>
            </a:custGeom>
            <a:solidFill>
              <a:srgbClr val="14532D"/>
            </a:solidFill>
            <a:ln w="25400" cap="sq">
              <a:solidFill>
                <a:srgbClr val="14532D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766560" y="3017520"/>
            <a:ext cx="4754880" cy="1371600"/>
            <a:chOff x="0" y="0"/>
            <a:chExt cx="6339840" cy="1828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39840" cy="1828800"/>
            </a:xfrm>
            <a:custGeom>
              <a:avLst/>
              <a:gdLst/>
              <a:ahLst/>
              <a:cxnLst/>
              <a:rect l="l" t="t" r="r" b="b"/>
              <a:pathLst>
                <a:path w="6339840" h="1828800">
                  <a:moveTo>
                    <a:pt x="0" y="0"/>
                  </a:moveTo>
                  <a:lnTo>
                    <a:pt x="6339840" y="0"/>
                  </a:lnTo>
                  <a:lnTo>
                    <a:pt x="63398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48" b="-17548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6339840" cy="1885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Conn  (JDBC → MySQL)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 rot="5200380">
            <a:off x="8706383" y="4791075"/>
            <a:ext cx="875233" cy="0"/>
          </a:xfrm>
          <a:prstGeom prst="line">
            <a:avLst/>
          </a:prstGeom>
          <a:ln w="19050" cap="rnd">
            <a:solidFill>
              <a:srgbClr val="2D6A4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 rot="12840">
            <a:off x="2351989" y="5202555"/>
            <a:ext cx="13584012" cy="0"/>
          </a:xfrm>
          <a:prstGeom prst="line">
            <a:avLst/>
          </a:prstGeom>
          <a:ln w="19050" cap="rnd">
            <a:solidFill>
              <a:srgbClr val="2D6A4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 rot="5177100">
            <a:off x="1985458" y="5568315"/>
            <a:ext cx="783965" cy="0"/>
          </a:xfrm>
          <a:prstGeom prst="line">
            <a:avLst/>
          </a:prstGeom>
          <a:ln w="19050" cap="rnd">
            <a:solidFill>
              <a:srgbClr val="2D6A4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6" name="Group 26"/>
          <p:cNvGrpSpPr/>
          <p:nvPr/>
        </p:nvGrpSpPr>
        <p:grpSpPr>
          <a:xfrm>
            <a:off x="1071877" y="5918197"/>
            <a:ext cx="2611117" cy="1696717"/>
            <a:chOff x="0" y="0"/>
            <a:chExt cx="3481489" cy="226228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481451" cy="2262251"/>
            </a:xfrm>
            <a:custGeom>
              <a:avLst/>
              <a:gdLst/>
              <a:ahLst/>
              <a:cxnLst/>
              <a:rect l="l" t="t" r="r" b="b"/>
              <a:pathLst>
                <a:path w="3481451" h="2262251">
                  <a:moveTo>
                    <a:pt x="0" y="251333"/>
                  </a:moveTo>
                  <a:cubicBezTo>
                    <a:pt x="0" y="112522"/>
                    <a:pt x="112522" y="0"/>
                    <a:pt x="251333" y="0"/>
                  </a:cubicBezTo>
                  <a:lnTo>
                    <a:pt x="3230118" y="0"/>
                  </a:lnTo>
                  <a:cubicBezTo>
                    <a:pt x="3368929" y="0"/>
                    <a:pt x="3481451" y="112522"/>
                    <a:pt x="3481451" y="251333"/>
                  </a:cubicBezTo>
                  <a:lnTo>
                    <a:pt x="3481451" y="2010918"/>
                  </a:lnTo>
                  <a:cubicBezTo>
                    <a:pt x="3481451" y="2149729"/>
                    <a:pt x="3368929" y="2262251"/>
                    <a:pt x="3230118" y="2262251"/>
                  </a:cubicBezTo>
                  <a:lnTo>
                    <a:pt x="251333" y="2262251"/>
                  </a:lnTo>
                  <a:cubicBezTo>
                    <a:pt x="112522" y="2262251"/>
                    <a:pt x="0" y="2149729"/>
                    <a:pt x="0" y="2010918"/>
                  </a:cubicBez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52B788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097280" y="5943600"/>
            <a:ext cx="2560320" cy="1645920"/>
            <a:chOff x="0" y="0"/>
            <a:chExt cx="3413760" cy="21945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413760" cy="2194560"/>
            </a:xfrm>
            <a:custGeom>
              <a:avLst/>
              <a:gdLst/>
              <a:ahLst/>
              <a:cxnLst/>
              <a:rect l="l" t="t" r="r" b="b"/>
              <a:pathLst>
                <a:path w="3413760" h="2194560">
                  <a:moveTo>
                    <a:pt x="0" y="0"/>
                  </a:moveTo>
                  <a:lnTo>
                    <a:pt x="3413760" y="0"/>
                  </a:lnTo>
                  <a:lnTo>
                    <a:pt x="3413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480" r="-3248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341376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Login</a:t>
              </a:r>
            </a:p>
          </p:txBody>
        </p:sp>
      </p:grpSp>
      <p:sp>
        <p:nvSpPr>
          <p:cNvPr id="31" name="AutoShape 31"/>
          <p:cNvSpPr/>
          <p:nvPr/>
        </p:nvSpPr>
        <p:spPr>
          <a:xfrm rot="5177100">
            <a:off x="4728658" y="5568315"/>
            <a:ext cx="783965" cy="0"/>
          </a:xfrm>
          <a:prstGeom prst="line">
            <a:avLst/>
          </a:prstGeom>
          <a:ln w="19050" cap="rnd">
            <a:solidFill>
              <a:srgbClr val="2D6A4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>
            <a:off x="3815077" y="5918197"/>
            <a:ext cx="2611117" cy="1696717"/>
            <a:chOff x="0" y="0"/>
            <a:chExt cx="3481489" cy="226228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481451" cy="2262251"/>
            </a:xfrm>
            <a:custGeom>
              <a:avLst/>
              <a:gdLst/>
              <a:ahLst/>
              <a:cxnLst/>
              <a:rect l="l" t="t" r="r" b="b"/>
              <a:pathLst>
                <a:path w="3481451" h="2262251">
                  <a:moveTo>
                    <a:pt x="0" y="251333"/>
                  </a:moveTo>
                  <a:cubicBezTo>
                    <a:pt x="0" y="112522"/>
                    <a:pt x="112522" y="0"/>
                    <a:pt x="251333" y="0"/>
                  </a:cubicBezTo>
                  <a:lnTo>
                    <a:pt x="3230118" y="0"/>
                  </a:lnTo>
                  <a:cubicBezTo>
                    <a:pt x="3368929" y="0"/>
                    <a:pt x="3481451" y="112522"/>
                    <a:pt x="3481451" y="251333"/>
                  </a:cubicBezTo>
                  <a:lnTo>
                    <a:pt x="3481451" y="2010918"/>
                  </a:lnTo>
                  <a:cubicBezTo>
                    <a:pt x="3481451" y="2149729"/>
                    <a:pt x="3368929" y="2262251"/>
                    <a:pt x="3230118" y="2262251"/>
                  </a:cubicBezTo>
                  <a:lnTo>
                    <a:pt x="251333" y="2262251"/>
                  </a:lnTo>
                  <a:cubicBezTo>
                    <a:pt x="112522" y="2262251"/>
                    <a:pt x="0" y="2149729"/>
                    <a:pt x="0" y="2010918"/>
                  </a:cubicBez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840480" y="5943600"/>
            <a:ext cx="2560320" cy="1645920"/>
            <a:chOff x="0" y="0"/>
            <a:chExt cx="3413760" cy="21945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413760" cy="2194560"/>
            </a:xfrm>
            <a:custGeom>
              <a:avLst/>
              <a:gdLst/>
              <a:ahLst/>
              <a:cxnLst/>
              <a:rect l="l" t="t" r="r" b="b"/>
              <a:pathLst>
                <a:path w="3413760" h="2194560">
                  <a:moveTo>
                    <a:pt x="0" y="0"/>
                  </a:moveTo>
                  <a:lnTo>
                    <a:pt x="3413760" y="0"/>
                  </a:lnTo>
                  <a:lnTo>
                    <a:pt x="3413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480" r="-3248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341376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Signup</a:t>
              </a:r>
            </a:p>
          </p:txBody>
        </p:sp>
      </p:grpSp>
      <p:sp>
        <p:nvSpPr>
          <p:cNvPr id="37" name="AutoShape 37"/>
          <p:cNvSpPr/>
          <p:nvPr/>
        </p:nvSpPr>
        <p:spPr>
          <a:xfrm rot="5177100">
            <a:off x="7471858" y="5568315"/>
            <a:ext cx="783965" cy="0"/>
          </a:xfrm>
          <a:prstGeom prst="line">
            <a:avLst/>
          </a:prstGeom>
          <a:ln w="19050" cap="rnd">
            <a:solidFill>
              <a:srgbClr val="2D6A4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8" name="Group 38"/>
          <p:cNvGrpSpPr/>
          <p:nvPr/>
        </p:nvGrpSpPr>
        <p:grpSpPr>
          <a:xfrm>
            <a:off x="6558277" y="5918197"/>
            <a:ext cx="2611117" cy="1696717"/>
            <a:chOff x="0" y="0"/>
            <a:chExt cx="3481489" cy="226228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481451" cy="2262251"/>
            </a:xfrm>
            <a:custGeom>
              <a:avLst/>
              <a:gdLst/>
              <a:ahLst/>
              <a:cxnLst/>
              <a:rect l="l" t="t" r="r" b="b"/>
              <a:pathLst>
                <a:path w="3481451" h="2262251">
                  <a:moveTo>
                    <a:pt x="0" y="251333"/>
                  </a:moveTo>
                  <a:cubicBezTo>
                    <a:pt x="0" y="112522"/>
                    <a:pt x="112522" y="0"/>
                    <a:pt x="251333" y="0"/>
                  </a:cubicBezTo>
                  <a:lnTo>
                    <a:pt x="3230118" y="0"/>
                  </a:lnTo>
                  <a:cubicBezTo>
                    <a:pt x="3368929" y="0"/>
                    <a:pt x="3481451" y="112522"/>
                    <a:pt x="3481451" y="251333"/>
                  </a:cubicBezTo>
                  <a:lnTo>
                    <a:pt x="3481451" y="2010918"/>
                  </a:lnTo>
                  <a:cubicBezTo>
                    <a:pt x="3481451" y="2149729"/>
                    <a:pt x="3368929" y="2262251"/>
                    <a:pt x="3230118" y="2262251"/>
                  </a:cubicBezTo>
                  <a:lnTo>
                    <a:pt x="251333" y="2262251"/>
                  </a:lnTo>
                  <a:cubicBezTo>
                    <a:pt x="112522" y="2262251"/>
                    <a:pt x="0" y="2149729"/>
                    <a:pt x="0" y="2010918"/>
                  </a:cubicBez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583680" y="5943600"/>
            <a:ext cx="2560320" cy="1645920"/>
            <a:chOff x="0" y="0"/>
            <a:chExt cx="3413760" cy="219456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413760" cy="2194560"/>
            </a:xfrm>
            <a:custGeom>
              <a:avLst/>
              <a:gdLst/>
              <a:ahLst/>
              <a:cxnLst/>
              <a:rect l="l" t="t" r="r" b="b"/>
              <a:pathLst>
                <a:path w="3413760" h="2194560">
                  <a:moveTo>
                    <a:pt x="0" y="0"/>
                  </a:moveTo>
                  <a:lnTo>
                    <a:pt x="3413760" y="0"/>
                  </a:lnTo>
                  <a:lnTo>
                    <a:pt x="3413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480" r="-32480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341376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</a:t>
              </a:r>
            </a:p>
          </p:txBody>
        </p:sp>
      </p:grpSp>
      <p:sp>
        <p:nvSpPr>
          <p:cNvPr id="43" name="AutoShape 43"/>
          <p:cNvSpPr/>
          <p:nvPr/>
        </p:nvSpPr>
        <p:spPr>
          <a:xfrm rot="5177100">
            <a:off x="10215058" y="5568315"/>
            <a:ext cx="783965" cy="0"/>
          </a:xfrm>
          <a:prstGeom prst="line">
            <a:avLst/>
          </a:prstGeom>
          <a:ln w="19050" cap="rnd">
            <a:solidFill>
              <a:srgbClr val="2D6A4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4" name="Group 44"/>
          <p:cNvGrpSpPr/>
          <p:nvPr/>
        </p:nvGrpSpPr>
        <p:grpSpPr>
          <a:xfrm>
            <a:off x="9301477" y="5918197"/>
            <a:ext cx="2611117" cy="1696717"/>
            <a:chOff x="0" y="0"/>
            <a:chExt cx="3481489" cy="226228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481451" cy="2262251"/>
            </a:xfrm>
            <a:custGeom>
              <a:avLst/>
              <a:gdLst/>
              <a:ahLst/>
              <a:cxnLst/>
              <a:rect l="l" t="t" r="r" b="b"/>
              <a:pathLst>
                <a:path w="3481451" h="2262251">
                  <a:moveTo>
                    <a:pt x="0" y="251333"/>
                  </a:moveTo>
                  <a:cubicBezTo>
                    <a:pt x="0" y="112522"/>
                    <a:pt x="112522" y="0"/>
                    <a:pt x="251333" y="0"/>
                  </a:cubicBezTo>
                  <a:lnTo>
                    <a:pt x="3230118" y="0"/>
                  </a:lnTo>
                  <a:cubicBezTo>
                    <a:pt x="3368929" y="0"/>
                    <a:pt x="3481451" y="112522"/>
                    <a:pt x="3481451" y="251333"/>
                  </a:cubicBezTo>
                  <a:lnTo>
                    <a:pt x="3481451" y="2010918"/>
                  </a:lnTo>
                  <a:cubicBezTo>
                    <a:pt x="3481451" y="2149729"/>
                    <a:pt x="3368929" y="2262251"/>
                    <a:pt x="3230118" y="2262251"/>
                  </a:cubicBezTo>
                  <a:lnTo>
                    <a:pt x="251333" y="2262251"/>
                  </a:lnTo>
                  <a:cubicBezTo>
                    <a:pt x="112522" y="2262251"/>
                    <a:pt x="0" y="2149729"/>
                    <a:pt x="0" y="2010918"/>
                  </a:cubicBez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52B788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9326880" y="5943600"/>
            <a:ext cx="2560320" cy="1645920"/>
            <a:chOff x="0" y="0"/>
            <a:chExt cx="3413760" cy="219456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413760" cy="2194560"/>
            </a:xfrm>
            <a:custGeom>
              <a:avLst/>
              <a:gdLst/>
              <a:ahLst/>
              <a:cxnLst/>
              <a:rect l="l" t="t" r="r" b="b"/>
              <a:pathLst>
                <a:path w="3413760" h="2194560">
                  <a:moveTo>
                    <a:pt x="0" y="0"/>
                  </a:moveTo>
                  <a:lnTo>
                    <a:pt x="3413760" y="0"/>
                  </a:lnTo>
                  <a:lnTo>
                    <a:pt x="3413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480" r="-32480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341376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PlantCatalog</a:t>
              </a:r>
            </a:p>
          </p:txBody>
        </p:sp>
      </p:grpSp>
      <p:sp>
        <p:nvSpPr>
          <p:cNvPr id="49" name="AutoShape 49"/>
          <p:cNvSpPr/>
          <p:nvPr/>
        </p:nvSpPr>
        <p:spPr>
          <a:xfrm rot="5177100">
            <a:off x="12958258" y="5568315"/>
            <a:ext cx="783965" cy="0"/>
          </a:xfrm>
          <a:prstGeom prst="line">
            <a:avLst/>
          </a:prstGeom>
          <a:ln w="19050" cap="rnd">
            <a:solidFill>
              <a:srgbClr val="2D6A4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0" name="Group 50"/>
          <p:cNvGrpSpPr/>
          <p:nvPr/>
        </p:nvGrpSpPr>
        <p:grpSpPr>
          <a:xfrm>
            <a:off x="12044677" y="5918197"/>
            <a:ext cx="2611117" cy="1696717"/>
            <a:chOff x="0" y="0"/>
            <a:chExt cx="3481489" cy="2262289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481451" cy="2262251"/>
            </a:xfrm>
            <a:custGeom>
              <a:avLst/>
              <a:gdLst/>
              <a:ahLst/>
              <a:cxnLst/>
              <a:rect l="l" t="t" r="r" b="b"/>
              <a:pathLst>
                <a:path w="3481451" h="2262251">
                  <a:moveTo>
                    <a:pt x="0" y="251333"/>
                  </a:moveTo>
                  <a:cubicBezTo>
                    <a:pt x="0" y="112522"/>
                    <a:pt x="112522" y="0"/>
                    <a:pt x="251333" y="0"/>
                  </a:cubicBezTo>
                  <a:lnTo>
                    <a:pt x="3230118" y="0"/>
                  </a:lnTo>
                  <a:cubicBezTo>
                    <a:pt x="3368929" y="0"/>
                    <a:pt x="3481451" y="112522"/>
                    <a:pt x="3481451" y="251333"/>
                  </a:cubicBezTo>
                  <a:lnTo>
                    <a:pt x="3481451" y="2010918"/>
                  </a:lnTo>
                  <a:cubicBezTo>
                    <a:pt x="3481451" y="2149729"/>
                    <a:pt x="3368929" y="2262251"/>
                    <a:pt x="3230118" y="2262251"/>
                  </a:cubicBezTo>
                  <a:lnTo>
                    <a:pt x="251333" y="2262251"/>
                  </a:lnTo>
                  <a:cubicBezTo>
                    <a:pt x="112522" y="2262251"/>
                    <a:pt x="0" y="2149729"/>
                    <a:pt x="0" y="2010918"/>
                  </a:cubicBez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12070080" y="5943600"/>
            <a:ext cx="2560320" cy="1645920"/>
            <a:chOff x="0" y="0"/>
            <a:chExt cx="3413760" cy="219456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413760" cy="2194560"/>
            </a:xfrm>
            <a:custGeom>
              <a:avLst/>
              <a:gdLst/>
              <a:ahLst/>
              <a:cxnLst/>
              <a:rect l="l" t="t" r="r" b="b"/>
              <a:pathLst>
                <a:path w="3413760" h="2194560">
                  <a:moveTo>
                    <a:pt x="0" y="0"/>
                  </a:moveTo>
                  <a:lnTo>
                    <a:pt x="3413760" y="0"/>
                  </a:lnTo>
                  <a:lnTo>
                    <a:pt x="3413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480" r="-32480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341376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Reminders</a:t>
              </a:r>
            </a:p>
          </p:txBody>
        </p:sp>
      </p:grpSp>
      <p:sp>
        <p:nvSpPr>
          <p:cNvPr id="55" name="AutoShape 55"/>
          <p:cNvSpPr/>
          <p:nvPr/>
        </p:nvSpPr>
        <p:spPr>
          <a:xfrm rot="5177100">
            <a:off x="15701458" y="5568315"/>
            <a:ext cx="783965" cy="0"/>
          </a:xfrm>
          <a:prstGeom prst="line">
            <a:avLst/>
          </a:prstGeom>
          <a:ln w="19050" cap="rnd">
            <a:solidFill>
              <a:srgbClr val="2D6A4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6" name="Group 56"/>
          <p:cNvGrpSpPr/>
          <p:nvPr/>
        </p:nvGrpSpPr>
        <p:grpSpPr>
          <a:xfrm>
            <a:off x="14787877" y="5918197"/>
            <a:ext cx="2611117" cy="1696717"/>
            <a:chOff x="0" y="0"/>
            <a:chExt cx="3481489" cy="226228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481451" cy="2262251"/>
            </a:xfrm>
            <a:custGeom>
              <a:avLst/>
              <a:gdLst/>
              <a:ahLst/>
              <a:cxnLst/>
              <a:rect l="l" t="t" r="r" b="b"/>
              <a:pathLst>
                <a:path w="3481451" h="2262251">
                  <a:moveTo>
                    <a:pt x="0" y="251333"/>
                  </a:moveTo>
                  <a:cubicBezTo>
                    <a:pt x="0" y="112522"/>
                    <a:pt x="112522" y="0"/>
                    <a:pt x="251333" y="0"/>
                  </a:cubicBezTo>
                  <a:lnTo>
                    <a:pt x="3230118" y="0"/>
                  </a:lnTo>
                  <a:cubicBezTo>
                    <a:pt x="3368929" y="0"/>
                    <a:pt x="3481451" y="112522"/>
                    <a:pt x="3481451" y="251333"/>
                  </a:cubicBezTo>
                  <a:lnTo>
                    <a:pt x="3481451" y="2010918"/>
                  </a:lnTo>
                  <a:cubicBezTo>
                    <a:pt x="3481451" y="2149729"/>
                    <a:pt x="3368929" y="2262251"/>
                    <a:pt x="3230118" y="2262251"/>
                  </a:cubicBezTo>
                  <a:lnTo>
                    <a:pt x="251333" y="2262251"/>
                  </a:lnTo>
                  <a:cubicBezTo>
                    <a:pt x="112522" y="2262251"/>
                    <a:pt x="0" y="2149729"/>
                    <a:pt x="0" y="2010918"/>
                  </a:cubicBez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14813280" y="5943600"/>
            <a:ext cx="2560320" cy="1645920"/>
            <a:chOff x="0" y="0"/>
            <a:chExt cx="3413760" cy="219456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413760" cy="2194560"/>
            </a:xfrm>
            <a:custGeom>
              <a:avLst/>
              <a:gdLst/>
              <a:ahLst/>
              <a:cxnLst/>
              <a:rect l="l" t="t" r="r" b="b"/>
              <a:pathLst>
                <a:path w="3413760" h="2194560">
                  <a:moveTo>
                    <a:pt x="0" y="0"/>
                  </a:moveTo>
                  <a:lnTo>
                    <a:pt x="3413760" y="0"/>
                  </a:lnTo>
                  <a:lnTo>
                    <a:pt x="3413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480" r="-32480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341376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Community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097280" y="8229600"/>
            <a:ext cx="16093440" cy="731520"/>
            <a:chOff x="0" y="0"/>
            <a:chExt cx="21457920" cy="97536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1457920" cy="975360"/>
            </a:xfrm>
            <a:custGeom>
              <a:avLst/>
              <a:gdLst/>
              <a:ahLst/>
              <a:cxnLst/>
              <a:rect l="l" t="t" r="r" b="b"/>
              <a:pathLst>
                <a:path w="21457920" h="975360">
                  <a:moveTo>
                    <a:pt x="0" y="0"/>
                  </a:moveTo>
                  <a:lnTo>
                    <a:pt x="21457920" y="0"/>
                  </a:lnTo>
                  <a:lnTo>
                    <a:pt x="21457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8670" b="-378670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57150"/>
              <a:ext cx="21457920" cy="1032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i="1">
                  <a:solidFill>
                    <a:srgbClr val="1F2D2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 screen class reuses Conn to run SQL queries through JDBC.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2697" y="-12697"/>
            <a:ext cx="18313403" cy="2311403"/>
            <a:chOff x="0" y="0"/>
            <a:chExt cx="24417871" cy="30818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17910" cy="3081909"/>
            </a:xfrm>
            <a:custGeom>
              <a:avLst/>
              <a:gdLst/>
              <a:ahLst/>
              <a:cxnLst/>
              <a:rect l="l" t="t" r="r" b="b"/>
              <a:pathLst>
                <a:path w="24417910" h="3081909">
                  <a:moveTo>
                    <a:pt x="0" y="0"/>
                  </a:moveTo>
                  <a:lnTo>
                    <a:pt x="24417910" y="0"/>
                  </a:lnTo>
                  <a:lnTo>
                    <a:pt x="24417910" y="3081909"/>
                  </a:lnTo>
                  <a:lnTo>
                    <a:pt x="0" y="3081909"/>
                  </a:lnTo>
                  <a:close/>
                </a:path>
              </a:pathLst>
            </a:custGeom>
            <a:solidFill>
              <a:srgbClr val="14532D"/>
            </a:solidFill>
            <a:ln w="25400" cap="sq">
              <a:solidFill>
                <a:srgbClr val="14532D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5166343" y="-1109977"/>
            <a:ext cx="4048763" cy="4048763"/>
            <a:chOff x="0" y="0"/>
            <a:chExt cx="5398351" cy="53983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98389" cy="5398389"/>
            </a:xfrm>
            <a:custGeom>
              <a:avLst/>
              <a:gdLst/>
              <a:ahLst/>
              <a:cxnLst/>
              <a:rect l="l" t="t" r="r" b="b"/>
              <a:pathLst>
                <a:path w="5398389" h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cubicBezTo>
                    <a:pt x="4189857" y="0"/>
                    <a:pt x="5398389" y="1208405"/>
                    <a:pt x="5398389" y="2699131"/>
                  </a:cubicBezTo>
                  <a:cubicBezTo>
                    <a:pt x="5398389" y="4189857"/>
                    <a:pt x="4189857" y="5398389"/>
                    <a:pt x="2699131" y="5398389"/>
                  </a:cubicBezTo>
                  <a:cubicBezTo>
                    <a:pt x="1208405" y="5398389"/>
                    <a:pt x="0" y="4189857"/>
                    <a:pt x="0" y="2699131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6002000" y="548640"/>
            <a:ext cx="1463040" cy="1280160"/>
            <a:chOff x="0" y="0"/>
            <a:chExt cx="1950720" cy="1706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0720" cy="1706880"/>
            </a:xfrm>
            <a:custGeom>
              <a:avLst/>
              <a:gdLst/>
              <a:ahLst/>
              <a:cxnLst/>
              <a:rect l="l" t="t" r="r" b="b"/>
              <a:pathLst>
                <a:path w="1950720" h="1706880">
                  <a:moveTo>
                    <a:pt x="0" y="0"/>
                  </a:moveTo>
                  <a:lnTo>
                    <a:pt x="1950720" y="0"/>
                  </a:lnTo>
                  <a:lnTo>
                    <a:pt x="19507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r="-6226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95072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🗃️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2697" y="2273303"/>
            <a:ext cx="18313403" cy="135131"/>
            <a:chOff x="0" y="0"/>
            <a:chExt cx="24417871" cy="1801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17910" cy="180213"/>
            </a:xfrm>
            <a:custGeom>
              <a:avLst/>
              <a:gdLst/>
              <a:ahLst/>
              <a:cxnLst/>
              <a:rect l="l" t="t" r="r" b="b"/>
              <a:pathLst>
                <a:path w="24417910" h="180213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7280" y="402336"/>
            <a:ext cx="10972800" cy="457200"/>
            <a:chOff x="0" y="0"/>
            <a:chExt cx="14630400" cy="60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30400" cy="609600"/>
            </a:xfrm>
            <a:custGeom>
              <a:avLst/>
              <a:gdLst/>
              <a:ahLst/>
              <a:cxnLst/>
              <a:rect l="l" t="t" r="r" b="b"/>
              <a:pathLst>
                <a:path w="14630400" h="6096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7640" b="-4176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4630400" cy="65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 spc="599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TABLES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7280" y="914400"/>
            <a:ext cx="13898880" cy="1097280"/>
            <a:chOff x="0" y="0"/>
            <a:chExt cx="18531840" cy="14630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31839" cy="1463040"/>
            </a:xfrm>
            <a:custGeom>
              <a:avLst/>
              <a:gdLst/>
              <a:ahLst/>
              <a:cxnLst/>
              <a:rect l="l" t="t" r="r" b="b"/>
              <a:pathLst>
                <a:path w="18531839" h="1463040">
                  <a:moveTo>
                    <a:pt x="0" y="0"/>
                  </a:moveTo>
                  <a:lnTo>
                    <a:pt x="18531839" y="0"/>
                  </a:lnTo>
                  <a:lnTo>
                    <a:pt x="18531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14300"/>
              <a:ext cx="18531840" cy="1577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r>
                <a:rPr lang="en-US" sz="5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 Design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84583" y="2913383"/>
            <a:ext cx="5237483" cy="3134363"/>
            <a:chOff x="0" y="0"/>
            <a:chExt cx="6983311" cy="417915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983349" cy="4179189"/>
            </a:xfrm>
            <a:custGeom>
              <a:avLst/>
              <a:gdLst/>
              <a:ahLst/>
              <a:cxnLst/>
              <a:rect l="l" t="t" r="r" b="b"/>
              <a:pathLst>
                <a:path w="6983349" h="4179189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688328" y="0"/>
                  </a:lnTo>
                  <a:cubicBezTo>
                    <a:pt x="6851269" y="0"/>
                    <a:pt x="6983349" y="132080"/>
                    <a:pt x="6983349" y="295021"/>
                  </a:cubicBezTo>
                  <a:lnTo>
                    <a:pt x="6983349" y="3884168"/>
                  </a:lnTo>
                  <a:cubicBezTo>
                    <a:pt x="6983349" y="4047109"/>
                    <a:pt x="6851269" y="4179189"/>
                    <a:pt x="668832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F3DC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450343" y="2913383"/>
            <a:ext cx="4505963" cy="153419"/>
            <a:chOff x="0" y="0"/>
            <a:chExt cx="6007951" cy="20455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007989" cy="204597"/>
            </a:xfrm>
            <a:custGeom>
              <a:avLst/>
              <a:gdLst/>
              <a:ahLst/>
              <a:cxnLst/>
              <a:rect l="l" t="t" r="r" b="b"/>
              <a:pathLst>
                <a:path w="6007989" h="204597">
                  <a:moveTo>
                    <a:pt x="0" y="0"/>
                  </a:moveTo>
                  <a:lnTo>
                    <a:pt x="6007989" y="0"/>
                  </a:lnTo>
                  <a:lnTo>
                    <a:pt x="600798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52B788"/>
            </a:solidFill>
            <a:ln w="25400" cap="sq">
              <a:solidFill>
                <a:srgbClr val="52B788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450343" y="3370583"/>
            <a:ext cx="939803" cy="939803"/>
            <a:chOff x="0" y="0"/>
            <a:chExt cx="1253071" cy="125307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53109" cy="1253109"/>
            </a:xfrm>
            <a:custGeom>
              <a:avLst/>
              <a:gdLst/>
              <a:ahLst/>
              <a:cxnLst/>
              <a:rect l="l" t="t" r="r" b="b"/>
              <a:pathLst>
                <a:path w="1253109" h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52B788"/>
            </a:solidFill>
            <a:ln w="25400" cap="sq">
              <a:solidFill>
                <a:srgbClr val="52B788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463040" y="3383280"/>
            <a:ext cx="914400" cy="914400"/>
            <a:chOff x="0" y="0"/>
            <a:chExt cx="1219200" cy="121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👤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651760" y="3383280"/>
            <a:ext cx="3383280" cy="914400"/>
            <a:chOff x="0" y="0"/>
            <a:chExt cx="4511040" cy="1219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511040" cy="1219200"/>
            </a:xfrm>
            <a:custGeom>
              <a:avLst/>
              <a:gdLst/>
              <a:ahLst/>
              <a:cxnLst/>
              <a:rect l="l" t="t" r="r" b="b"/>
              <a:pathLst>
                <a:path w="4511040" h="1219200">
                  <a:moveTo>
                    <a:pt x="0" y="0"/>
                  </a:moveTo>
                  <a:lnTo>
                    <a:pt x="4511040" y="0"/>
                  </a:lnTo>
                  <a:lnTo>
                    <a:pt x="4511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094" b="-22094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451104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users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463040" y="4533900"/>
            <a:ext cx="4480560" cy="131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user_id, name, email, password, city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570983" y="2913383"/>
            <a:ext cx="5237483" cy="3134363"/>
            <a:chOff x="0" y="0"/>
            <a:chExt cx="6983311" cy="417915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983349" cy="4179189"/>
            </a:xfrm>
            <a:custGeom>
              <a:avLst/>
              <a:gdLst/>
              <a:ahLst/>
              <a:cxnLst/>
              <a:rect l="l" t="t" r="r" b="b"/>
              <a:pathLst>
                <a:path w="6983349" h="4179189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688328" y="0"/>
                  </a:lnTo>
                  <a:cubicBezTo>
                    <a:pt x="6851269" y="0"/>
                    <a:pt x="6983349" y="132080"/>
                    <a:pt x="6983349" y="295021"/>
                  </a:cubicBezTo>
                  <a:lnTo>
                    <a:pt x="6983349" y="3884168"/>
                  </a:lnTo>
                  <a:cubicBezTo>
                    <a:pt x="6983349" y="4047109"/>
                    <a:pt x="6851269" y="4179189"/>
                    <a:pt x="668832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F3DC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936743" y="2913383"/>
            <a:ext cx="4505963" cy="153419"/>
            <a:chOff x="0" y="0"/>
            <a:chExt cx="6007951" cy="20455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007989" cy="204597"/>
            </a:xfrm>
            <a:custGeom>
              <a:avLst/>
              <a:gdLst/>
              <a:ahLst/>
              <a:cxnLst/>
              <a:rect l="l" t="t" r="r" b="b"/>
              <a:pathLst>
                <a:path w="6007989" h="204597">
                  <a:moveTo>
                    <a:pt x="0" y="0"/>
                  </a:moveTo>
                  <a:lnTo>
                    <a:pt x="6007989" y="0"/>
                  </a:lnTo>
                  <a:lnTo>
                    <a:pt x="600798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6936743" y="3370583"/>
            <a:ext cx="939803" cy="939803"/>
            <a:chOff x="0" y="0"/>
            <a:chExt cx="1253071" cy="125307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53109" cy="1253109"/>
            </a:xfrm>
            <a:custGeom>
              <a:avLst/>
              <a:gdLst/>
              <a:ahLst/>
              <a:cxnLst/>
              <a:rect l="l" t="t" r="r" b="b"/>
              <a:pathLst>
                <a:path w="1253109" h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6949440" y="3383280"/>
            <a:ext cx="914400" cy="914400"/>
            <a:chOff x="0" y="0"/>
            <a:chExt cx="1219200" cy="1219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🌱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38160" y="3383280"/>
            <a:ext cx="3383280" cy="914400"/>
            <a:chOff x="0" y="0"/>
            <a:chExt cx="4511040" cy="12192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511040" cy="1219200"/>
            </a:xfrm>
            <a:custGeom>
              <a:avLst/>
              <a:gdLst/>
              <a:ahLst/>
              <a:cxnLst/>
              <a:rect l="l" t="t" r="r" b="b"/>
              <a:pathLst>
                <a:path w="4511040" h="1219200">
                  <a:moveTo>
                    <a:pt x="0" y="0"/>
                  </a:moveTo>
                  <a:lnTo>
                    <a:pt x="4511040" y="0"/>
                  </a:lnTo>
                  <a:lnTo>
                    <a:pt x="4511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094" b="-22094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66675"/>
              <a:ext cx="451104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plants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6949440" y="4533900"/>
            <a:ext cx="4480560" cy="131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plant_id, name, sunlight, water, soil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2057383" y="2913383"/>
            <a:ext cx="5237483" cy="3134363"/>
            <a:chOff x="0" y="0"/>
            <a:chExt cx="6983311" cy="417915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983349" cy="4179189"/>
            </a:xfrm>
            <a:custGeom>
              <a:avLst/>
              <a:gdLst/>
              <a:ahLst/>
              <a:cxnLst/>
              <a:rect l="l" t="t" r="r" b="b"/>
              <a:pathLst>
                <a:path w="6983349" h="4179189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688328" y="0"/>
                  </a:lnTo>
                  <a:cubicBezTo>
                    <a:pt x="6851269" y="0"/>
                    <a:pt x="6983349" y="132080"/>
                    <a:pt x="6983349" y="295021"/>
                  </a:cubicBezTo>
                  <a:lnTo>
                    <a:pt x="6983349" y="3884168"/>
                  </a:lnTo>
                  <a:cubicBezTo>
                    <a:pt x="6983349" y="4047109"/>
                    <a:pt x="6851269" y="4179189"/>
                    <a:pt x="668832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F3DC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2423143" y="2913383"/>
            <a:ext cx="4505963" cy="153419"/>
            <a:chOff x="0" y="0"/>
            <a:chExt cx="6007951" cy="20455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007989" cy="204597"/>
            </a:xfrm>
            <a:custGeom>
              <a:avLst/>
              <a:gdLst/>
              <a:ahLst/>
              <a:cxnLst/>
              <a:rect l="l" t="t" r="r" b="b"/>
              <a:pathLst>
                <a:path w="6007989" h="204597">
                  <a:moveTo>
                    <a:pt x="0" y="0"/>
                  </a:moveTo>
                  <a:lnTo>
                    <a:pt x="6007989" y="0"/>
                  </a:lnTo>
                  <a:lnTo>
                    <a:pt x="600798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12423143" y="3370583"/>
            <a:ext cx="939803" cy="939803"/>
            <a:chOff x="0" y="0"/>
            <a:chExt cx="1253071" cy="125307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253109" cy="1253109"/>
            </a:xfrm>
            <a:custGeom>
              <a:avLst/>
              <a:gdLst/>
              <a:ahLst/>
              <a:cxnLst/>
              <a:rect l="l" t="t" r="r" b="b"/>
              <a:pathLst>
                <a:path w="1253109" h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12435840" y="3383280"/>
            <a:ext cx="914400" cy="914400"/>
            <a:chOff x="0" y="0"/>
            <a:chExt cx="1219200" cy="12192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🪴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624560" y="3383280"/>
            <a:ext cx="3383280" cy="914400"/>
            <a:chOff x="0" y="0"/>
            <a:chExt cx="4511040" cy="12192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511040" cy="1219200"/>
            </a:xfrm>
            <a:custGeom>
              <a:avLst/>
              <a:gdLst/>
              <a:ahLst/>
              <a:cxnLst/>
              <a:rect l="l" t="t" r="r" b="b"/>
              <a:pathLst>
                <a:path w="4511040" h="1219200">
                  <a:moveTo>
                    <a:pt x="0" y="0"/>
                  </a:moveTo>
                  <a:lnTo>
                    <a:pt x="4511040" y="0"/>
                  </a:lnTo>
                  <a:lnTo>
                    <a:pt x="4511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094" b="-22094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451104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user_plants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2435840" y="4533900"/>
            <a:ext cx="4480560" cy="131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id, user_id, plant_id, planted_on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084583" y="6296663"/>
            <a:ext cx="5237483" cy="3134363"/>
            <a:chOff x="0" y="0"/>
            <a:chExt cx="6983311" cy="417915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983349" cy="4179189"/>
            </a:xfrm>
            <a:custGeom>
              <a:avLst/>
              <a:gdLst/>
              <a:ahLst/>
              <a:cxnLst/>
              <a:rect l="l" t="t" r="r" b="b"/>
              <a:pathLst>
                <a:path w="6983349" h="4179189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688328" y="0"/>
                  </a:lnTo>
                  <a:cubicBezTo>
                    <a:pt x="6851269" y="0"/>
                    <a:pt x="6983349" y="132080"/>
                    <a:pt x="6983349" y="295021"/>
                  </a:cubicBezTo>
                  <a:lnTo>
                    <a:pt x="6983349" y="3884168"/>
                  </a:lnTo>
                  <a:cubicBezTo>
                    <a:pt x="6983349" y="4047109"/>
                    <a:pt x="6851269" y="4179189"/>
                    <a:pt x="668832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F3DC"/>
              </a:solidFill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1450343" y="6296663"/>
            <a:ext cx="4505963" cy="153419"/>
            <a:chOff x="0" y="0"/>
            <a:chExt cx="6007951" cy="204559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007989" cy="204597"/>
            </a:xfrm>
            <a:custGeom>
              <a:avLst/>
              <a:gdLst/>
              <a:ahLst/>
              <a:cxnLst/>
              <a:rect l="l" t="t" r="r" b="b"/>
              <a:pathLst>
                <a:path w="6007989" h="204597">
                  <a:moveTo>
                    <a:pt x="0" y="0"/>
                  </a:moveTo>
                  <a:lnTo>
                    <a:pt x="6007989" y="0"/>
                  </a:lnTo>
                  <a:lnTo>
                    <a:pt x="600798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52B788"/>
            </a:solidFill>
            <a:ln w="25400" cap="sq">
              <a:solidFill>
                <a:srgbClr val="52B788"/>
              </a:solidFill>
              <a:prstDash val="solid"/>
              <a:miter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1450343" y="6753863"/>
            <a:ext cx="939803" cy="939803"/>
            <a:chOff x="0" y="0"/>
            <a:chExt cx="1253071" cy="1253071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253109" cy="1253109"/>
            </a:xfrm>
            <a:custGeom>
              <a:avLst/>
              <a:gdLst/>
              <a:ahLst/>
              <a:cxnLst/>
              <a:rect l="l" t="t" r="r" b="b"/>
              <a:pathLst>
                <a:path w="1253109" h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52B788"/>
            </a:solidFill>
            <a:ln w="25400" cap="sq">
              <a:solidFill>
                <a:srgbClr val="52B788"/>
              </a:solidFill>
              <a:prstDash val="solid"/>
              <a:miter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1463040" y="6766560"/>
            <a:ext cx="914400" cy="914400"/>
            <a:chOff x="0" y="0"/>
            <a:chExt cx="1219200" cy="12192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⏰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2651760" y="6766560"/>
            <a:ext cx="3383280" cy="914400"/>
            <a:chOff x="0" y="0"/>
            <a:chExt cx="4511040" cy="12192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511040" cy="1219200"/>
            </a:xfrm>
            <a:custGeom>
              <a:avLst/>
              <a:gdLst/>
              <a:ahLst/>
              <a:cxnLst/>
              <a:rect l="l" t="t" r="r" b="b"/>
              <a:pathLst>
                <a:path w="4511040" h="1219200">
                  <a:moveTo>
                    <a:pt x="0" y="0"/>
                  </a:moveTo>
                  <a:lnTo>
                    <a:pt x="4511040" y="0"/>
                  </a:lnTo>
                  <a:lnTo>
                    <a:pt x="4511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094" b="-22094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66675"/>
              <a:ext cx="451104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reminders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463040" y="7917180"/>
            <a:ext cx="4480560" cy="131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id, user_id, plant_id, task, due_date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6570983" y="6296663"/>
            <a:ext cx="5237483" cy="3134363"/>
            <a:chOff x="0" y="0"/>
            <a:chExt cx="6983311" cy="4179151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983349" cy="4179189"/>
            </a:xfrm>
            <a:custGeom>
              <a:avLst/>
              <a:gdLst/>
              <a:ahLst/>
              <a:cxnLst/>
              <a:rect l="l" t="t" r="r" b="b"/>
              <a:pathLst>
                <a:path w="6983349" h="4179189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688328" y="0"/>
                  </a:lnTo>
                  <a:cubicBezTo>
                    <a:pt x="6851269" y="0"/>
                    <a:pt x="6983349" y="132080"/>
                    <a:pt x="6983349" y="295021"/>
                  </a:cubicBezTo>
                  <a:lnTo>
                    <a:pt x="6983349" y="3884168"/>
                  </a:lnTo>
                  <a:cubicBezTo>
                    <a:pt x="6983349" y="4047109"/>
                    <a:pt x="6851269" y="4179189"/>
                    <a:pt x="668832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F3DC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936743" y="6296663"/>
            <a:ext cx="4505963" cy="153419"/>
            <a:chOff x="0" y="0"/>
            <a:chExt cx="6007951" cy="204559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6007989" cy="204597"/>
            </a:xfrm>
            <a:custGeom>
              <a:avLst/>
              <a:gdLst/>
              <a:ahLst/>
              <a:cxnLst/>
              <a:rect l="l" t="t" r="r" b="b"/>
              <a:pathLst>
                <a:path w="6007989" h="204597">
                  <a:moveTo>
                    <a:pt x="0" y="0"/>
                  </a:moveTo>
                  <a:lnTo>
                    <a:pt x="6007989" y="0"/>
                  </a:lnTo>
                  <a:lnTo>
                    <a:pt x="600798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6936743" y="6753863"/>
            <a:ext cx="939803" cy="939803"/>
            <a:chOff x="0" y="0"/>
            <a:chExt cx="1253071" cy="1253071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253109" cy="1253109"/>
            </a:xfrm>
            <a:custGeom>
              <a:avLst/>
              <a:gdLst/>
              <a:ahLst/>
              <a:cxnLst/>
              <a:rect l="l" t="t" r="r" b="b"/>
              <a:pathLst>
                <a:path w="1253109" h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6949440" y="6766560"/>
            <a:ext cx="914400" cy="914400"/>
            <a:chOff x="0" y="0"/>
            <a:chExt cx="1219200" cy="12192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📝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138160" y="6766560"/>
            <a:ext cx="3383280" cy="914400"/>
            <a:chOff x="0" y="0"/>
            <a:chExt cx="4511040" cy="12192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511040" cy="1219200"/>
            </a:xfrm>
            <a:custGeom>
              <a:avLst/>
              <a:gdLst/>
              <a:ahLst/>
              <a:cxnLst/>
              <a:rect l="l" t="t" r="r" b="b"/>
              <a:pathLst>
                <a:path w="4511040" h="1219200">
                  <a:moveTo>
                    <a:pt x="0" y="0"/>
                  </a:moveTo>
                  <a:lnTo>
                    <a:pt x="4511040" y="0"/>
                  </a:lnTo>
                  <a:lnTo>
                    <a:pt x="4511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094" b="-22094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66675"/>
              <a:ext cx="451104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posts</a:t>
              </a:r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6949440" y="7917180"/>
            <a:ext cx="4480560" cy="131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post_id, user_id, title, content, date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12057383" y="6296663"/>
            <a:ext cx="5237483" cy="3134363"/>
            <a:chOff x="0" y="0"/>
            <a:chExt cx="6983311" cy="4179151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6983349" cy="4179189"/>
            </a:xfrm>
            <a:custGeom>
              <a:avLst/>
              <a:gdLst/>
              <a:ahLst/>
              <a:cxnLst/>
              <a:rect l="l" t="t" r="r" b="b"/>
              <a:pathLst>
                <a:path w="6983349" h="4179189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688328" y="0"/>
                  </a:lnTo>
                  <a:cubicBezTo>
                    <a:pt x="6851269" y="0"/>
                    <a:pt x="6983349" y="132080"/>
                    <a:pt x="6983349" y="295021"/>
                  </a:cubicBezTo>
                  <a:lnTo>
                    <a:pt x="6983349" y="3884168"/>
                  </a:lnTo>
                  <a:cubicBezTo>
                    <a:pt x="6983349" y="4047109"/>
                    <a:pt x="6851269" y="4179189"/>
                    <a:pt x="668832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F3DC"/>
              </a:solidFill>
              <a:prstDash val="solid"/>
              <a:miter/>
            </a:ln>
          </p:spPr>
        </p:sp>
      </p:grpSp>
      <p:grpSp>
        <p:nvGrpSpPr>
          <p:cNvPr id="85" name="Group 85"/>
          <p:cNvGrpSpPr/>
          <p:nvPr/>
        </p:nvGrpSpPr>
        <p:grpSpPr>
          <a:xfrm>
            <a:off x="12423143" y="6296663"/>
            <a:ext cx="4505963" cy="153419"/>
            <a:chOff x="0" y="0"/>
            <a:chExt cx="6007951" cy="204559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6007989" cy="204597"/>
            </a:xfrm>
            <a:custGeom>
              <a:avLst/>
              <a:gdLst/>
              <a:ahLst/>
              <a:cxnLst/>
              <a:rect l="l" t="t" r="r" b="b"/>
              <a:pathLst>
                <a:path w="6007989" h="204597">
                  <a:moveTo>
                    <a:pt x="0" y="0"/>
                  </a:moveTo>
                  <a:lnTo>
                    <a:pt x="6007989" y="0"/>
                  </a:lnTo>
                  <a:lnTo>
                    <a:pt x="600798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12423143" y="6753863"/>
            <a:ext cx="939803" cy="939803"/>
            <a:chOff x="0" y="0"/>
            <a:chExt cx="1253071" cy="1253071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253109" cy="1253109"/>
            </a:xfrm>
            <a:custGeom>
              <a:avLst/>
              <a:gdLst/>
              <a:ahLst/>
              <a:cxnLst/>
              <a:rect l="l" t="t" r="r" b="b"/>
              <a:pathLst>
                <a:path w="1253109" h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89" name="Group 89"/>
          <p:cNvGrpSpPr/>
          <p:nvPr/>
        </p:nvGrpSpPr>
        <p:grpSpPr>
          <a:xfrm>
            <a:off x="12435840" y="6766560"/>
            <a:ext cx="914400" cy="914400"/>
            <a:chOff x="0" y="0"/>
            <a:chExt cx="1219200" cy="121920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💬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3624560" y="6766560"/>
            <a:ext cx="3383280" cy="914400"/>
            <a:chOff x="0" y="0"/>
            <a:chExt cx="4511040" cy="121920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4511040" cy="1219200"/>
            </a:xfrm>
            <a:custGeom>
              <a:avLst/>
              <a:gdLst/>
              <a:ahLst/>
              <a:cxnLst/>
              <a:rect l="l" t="t" r="r" b="b"/>
              <a:pathLst>
                <a:path w="4511040" h="1219200">
                  <a:moveTo>
                    <a:pt x="0" y="0"/>
                  </a:moveTo>
                  <a:lnTo>
                    <a:pt x="4511040" y="0"/>
                  </a:lnTo>
                  <a:lnTo>
                    <a:pt x="4511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094" b="-22094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66675"/>
              <a:ext cx="451104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comments</a:t>
              </a:r>
            </a:p>
          </p:txBody>
        </p:sp>
      </p:grpSp>
      <p:sp>
        <p:nvSpPr>
          <p:cNvPr id="95" name="TextBox 95"/>
          <p:cNvSpPr txBox="1"/>
          <p:nvPr/>
        </p:nvSpPr>
        <p:spPr>
          <a:xfrm>
            <a:off x="12435840" y="7917180"/>
            <a:ext cx="4480560" cy="131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comment_id, post_id, user_id,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2697" y="-12697"/>
            <a:ext cx="18313403" cy="2311403"/>
            <a:chOff x="0" y="0"/>
            <a:chExt cx="24417871" cy="30818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17910" cy="3081909"/>
            </a:xfrm>
            <a:custGeom>
              <a:avLst/>
              <a:gdLst/>
              <a:ahLst/>
              <a:cxnLst/>
              <a:rect l="l" t="t" r="r" b="b"/>
              <a:pathLst>
                <a:path w="24417910" h="3081909">
                  <a:moveTo>
                    <a:pt x="0" y="0"/>
                  </a:moveTo>
                  <a:lnTo>
                    <a:pt x="24417910" y="0"/>
                  </a:lnTo>
                  <a:lnTo>
                    <a:pt x="24417910" y="3081909"/>
                  </a:lnTo>
                  <a:lnTo>
                    <a:pt x="0" y="3081909"/>
                  </a:lnTo>
                  <a:close/>
                </a:path>
              </a:pathLst>
            </a:custGeom>
            <a:solidFill>
              <a:srgbClr val="14532D"/>
            </a:solidFill>
            <a:ln w="25400" cap="sq">
              <a:solidFill>
                <a:srgbClr val="14532D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5166343" y="-1109977"/>
            <a:ext cx="4048763" cy="4048763"/>
            <a:chOff x="0" y="0"/>
            <a:chExt cx="5398351" cy="53983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98389" cy="5398389"/>
            </a:xfrm>
            <a:custGeom>
              <a:avLst/>
              <a:gdLst/>
              <a:ahLst/>
              <a:cxnLst/>
              <a:rect l="l" t="t" r="r" b="b"/>
              <a:pathLst>
                <a:path w="5398389" h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cubicBezTo>
                    <a:pt x="4189857" y="0"/>
                    <a:pt x="5398389" y="1208405"/>
                    <a:pt x="5398389" y="2699131"/>
                  </a:cubicBezTo>
                  <a:cubicBezTo>
                    <a:pt x="5398389" y="4189857"/>
                    <a:pt x="4189857" y="5398389"/>
                    <a:pt x="2699131" y="5398389"/>
                  </a:cubicBezTo>
                  <a:cubicBezTo>
                    <a:pt x="1208405" y="5398389"/>
                    <a:pt x="0" y="4189857"/>
                    <a:pt x="0" y="2699131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6002000" y="548640"/>
            <a:ext cx="1463040" cy="1280160"/>
            <a:chOff x="0" y="0"/>
            <a:chExt cx="1950720" cy="1706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0720" cy="1706880"/>
            </a:xfrm>
            <a:custGeom>
              <a:avLst/>
              <a:gdLst/>
              <a:ahLst/>
              <a:cxnLst/>
              <a:rect l="l" t="t" r="r" b="b"/>
              <a:pathLst>
                <a:path w="1950720" h="1706880">
                  <a:moveTo>
                    <a:pt x="0" y="0"/>
                  </a:moveTo>
                  <a:lnTo>
                    <a:pt x="1950720" y="0"/>
                  </a:lnTo>
                  <a:lnTo>
                    <a:pt x="19507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r="-6226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95072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🖼️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2697" y="2273303"/>
            <a:ext cx="18313403" cy="135131"/>
            <a:chOff x="0" y="0"/>
            <a:chExt cx="24417871" cy="1801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17910" cy="180213"/>
            </a:xfrm>
            <a:custGeom>
              <a:avLst/>
              <a:gdLst/>
              <a:ahLst/>
              <a:cxnLst/>
              <a:rect l="l" t="t" r="r" b="b"/>
              <a:pathLst>
                <a:path w="24417910" h="180213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82038" y="-12697"/>
            <a:ext cx="10972800" cy="457200"/>
            <a:chOff x="0" y="0"/>
            <a:chExt cx="14630400" cy="60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30400" cy="609600"/>
            </a:xfrm>
            <a:custGeom>
              <a:avLst/>
              <a:gdLst/>
              <a:ahLst/>
              <a:cxnLst/>
              <a:rect l="l" t="t" r="r" b="b"/>
              <a:pathLst>
                <a:path w="14630400" h="6096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7640" b="-4176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4630400" cy="65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 spc="599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SCREENSHOTS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76772" y="215903"/>
            <a:ext cx="13898880" cy="1097280"/>
            <a:chOff x="0" y="0"/>
            <a:chExt cx="18531840" cy="14630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31839" cy="1463040"/>
            </a:xfrm>
            <a:custGeom>
              <a:avLst/>
              <a:gdLst/>
              <a:ahLst/>
              <a:cxnLst/>
              <a:rect l="l" t="t" r="r" b="b"/>
              <a:pathLst>
                <a:path w="18531839" h="1463040">
                  <a:moveTo>
                    <a:pt x="0" y="0"/>
                  </a:moveTo>
                  <a:lnTo>
                    <a:pt x="18531839" y="0"/>
                  </a:lnTo>
                  <a:lnTo>
                    <a:pt x="18531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14300"/>
              <a:ext cx="18531840" cy="1577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r>
                <a:rPr lang="en-US" sz="5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Visuals of Our Project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2298706"/>
            <a:ext cx="18288000" cy="7988294"/>
          </a:xfrm>
          <a:custGeom>
            <a:avLst/>
            <a:gdLst/>
            <a:ahLst/>
            <a:cxnLst/>
            <a:rect l="l" t="t" r="r" b="b"/>
            <a:pathLst>
              <a:path w="18288000" h="7988294">
                <a:moveTo>
                  <a:pt x="0" y="0"/>
                </a:moveTo>
                <a:lnTo>
                  <a:pt x="18288000" y="0"/>
                </a:lnTo>
                <a:lnTo>
                  <a:pt x="18288000" y="7988294"/>
                </a:lnTo>
                <a:lnTo>
                  <a:pt x="0" y="79882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23" b="-5339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67424" y="1055371"/>
            <a:ext cx="7123976" cy="1894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89"/>
              </a:lnSpc>
            </a:pPr>
            <a:r>
              <a:rPr lang="en-US" sz="6241" b="1" dirty="0">
                <a:solidFill>
                  <a:srgbClr val="F4A2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MY SQL DATABASE:  </a:t>
            </a:r>
          </a:p>
          <a:p>
            <a:pPr algn="ctr">
              <a:lnSpc>
                <a:spcPts val="7489"/>
              </a:lnSpc>
              <a:spcBef>
                <a:spcPct val="0"/>
              </a:spcBef>
            </a:pPr>
            <a:endParaRPr lang="en-US" sz="6241" b="1" dirty="0">
              <a:solidFill>
                <a:srgbClr val="F4A261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2697" y="-12697"/>
            <a:ext cx="18313403" cy="2311403"/>
            <a:chOff x="0" y="0"/>
            <a:chExt cx="24417871" cy="30818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17910" cy="3081909"/>
            </a:xfrm>
            <a:custGeom>
              <a:avLst/>
              <a:gdLst/>
              <a:ahLst/>
              <a:cxnLst/>
              <a:rect l="l" t="t" r="r" b="b"/>
              <a:pathLst>
                <a:path w="24417910" h="3081909">
                  <a:moveTo>
                    <a:pt x="0" y="0"/>
                  </a:moveTo>
                  <a:lnTo>
                    <a:pt x="24417910" y="0"/>
                  </a:lnTo>
                  <a:lnTo>
                    <a:pt x="24417910" y="3081909"/>
                  </a:lnTo>
                  <a:lnTo>
                    <a:pt x="0" y="3081909"/>
                  </a:lnTo>
                  <a:close/>
                </a:path>
              </a:pathLst>
            </a:custGeom>
            <a:solidFill>
              <a:srgbClr val="14532D"/>
            </a:solidFill>
            <a:ln w="25400" cap="sq">
              <a:solidFill>
                <a:srgbClr val="14532D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5166343" y="-1109977"/>
            <a:ext cx="4048763" cy="4048763"/>
            <a:chOff x="0" y="0"/>
            <a:chExt cx="5398351" cy="53983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98389" cy="5398389"/>
            </a:xfrm>
            <a:custGeom>
              <a:avLst/>
              <a:gdLst/>
              <a:ahLst/>
              <a:cxnLst/>
              <a:rect l="l" t="t" r="r" b="b"/>
              <a:pathLst>
                <a:path w="5398389" h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cubicBezTo>
                    <a:pt x="4189857" y="0"/>
                    <a:pt x="5398389" y="1208405"/>
                    <a:pt x="5398389" y="2699131"/>
                  </a:cubicBezTo>
                  <a:cubicBezTo>
                    <a:pt x="5398389" y="4189857"/>
                    <a:pt x="4189857" y="5398389"/>
                    <a:pt x="2699131" y="5398389"/>
                  </a:cubicBezTo>
                  <a:cubicBezTo>
                    <a:pt x="1208405" y="5398389"/>
                    <a:pt x="0" y="4189857"/>
                    <a:pt x="0" y="2699131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6002000" y="548640"/>
            <a:ext cx="1463040" cy="1280160"/>
            <a:chOff x="0" y="0"/>
            <a:chExt cx="1950720" cy="1706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0720" cy="1706880"/>
            </a:xfrm>
            <a:custGeom>
              <a:avLst/>
              <a:gdLst/>
              <a:ahLst/>
              <a:cxnLst/>
              <a:rect l="l" t="t" r="r" b="b"/>
              <a:pathLst>
                <a:path w="1950720" h="1706880">
                  <a:moveTo>
                    <a:pt x="0" y="0"/>
                  </a:moveTo>
                  <a:lnTo>
                    <a:pt x="1950720" y="0"/>
                  </a:lnTo>
                  <a:lnTo>
                    <a:pt x="19507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r="-6226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95072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🖼️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2697" y="2273303"/>
            <a:ext cx="18313403" cy="135131"/>
            <a:chOff x="0" y="0"/>
            <a:chExt cx="24417871" cy="1801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17910" cy="180213"/>
            </a:xfrm>
            <a:custGeom>
              <a:avLst/>
              <a:gdLst/>
              <a:ahLst/>
              <a:cxnLst/>
              <a:rect l="l" t="t" r="r" b="b"/>
              <a:pathLst>
                <a:path w="24417910" h="180213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73097" y="-12697"/>
            <a:ext cx="10972800" cy="457200"/>
            <a:chOff x="0" y="0"/>
            <a:chExt cx="14630400" cy="60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30400" cy="609600"/>
            </a:xfrm>
            <a:custGeom>
              <a:avLst/>
              <a:gdLst/>
              <a:ahLst/>
              <a:cxnLst/>
              <a:rect l="l" t="t" r="r" b="b"/>
              <a:pathLst>
                <a:path w="14630400" h="6096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7640" b="-4176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4630400" cy="65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 spc="599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SCREENSHOTS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3097" y="215903"/>
            <a:ext cx="13898880" cy="1097280"/>
            <a:chOff x="0" y="0"/>
            <a:chExt cx="18531840" cy="14630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31839" cy="1463040"/>
            </a:xfrm>
            <a:custGeom>
              <a:avLst/>
              <a:gdLst/>
              <a:ahLst/>
              <a:cxnLst/>
              <a:rect l="l" t="t" r="r" b="b"/>
              <a:pathLst>
                <a:path w="18531839" h="1463040">
                  <a:moveTo>
                    <a:pt x="0" y="0"/>
                  </a:moveTo>
                  <a:lnTo>
                    <a:pt x="18531839" y="0"/>
                  </a:lnTo>
                  <a:lnTo>
                    <a:pt x="18531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14300"/>
              <a:ext cx="18531840" cy="1577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r>
                <a:rPr lang="en-US" sz="5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Visuals of Our Project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9167" y="2408434"/>
            <a:ext cx="18291539" cy="7878566"/>
          </a:xfrm>
          <a:custGeom>
            <a:avLst/>
            <a:gdLst/>
            <a:ahLst/>
            <a:cxnLst/>
            <a:rect l="l" t="t" r="r" b="b"/>
            <a:pathLst>
              <a:path w="18291539" h="7878566">
                <a:moveTo>
                  <a:pt x="0" y="0"/>
                </a:moveTo>
                <a:lnTo>
                  <a:pt x="18291539" y="0"/>
                </a:lnTo>
                <a:lnTo>
                  <a:pt x="18291539" y="7878566"/>
                </a:lnTo>
                <a:lnTo>
                  <a:pt x="0" y="78785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914" b="-9984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0220" y="1009655"/>
            <a:ext cx="7712180" cy="1974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31"/>
              </a:lnSpc>
            </a:pPr>
            <a:r>
              <a:rPr lang="en-US" sz="6443" b="1" dirty="0">
                <a:solidFill>
                  <a:srgbClr val="F4A2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MY SQL DATABASE:</a:t>
            </a:r>
          </a:p>
          <a:p>
            <a:pPr algn="ctr">
              <a:lnSpc>
                <a:spcPts val="7731"/>
              </a:lnSpc>
              <a:spcBef>
                <a:spcPct val="0"/>
              </a:spcBef>
            </a:pPr>
            <a:endParaRPr lang="en-US" sz="6443" b="1" dirty="0">
              <a:solidFill>
                <a:srgbClr val="F4A261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2697" y="-12697"/>
            <a:ext cx="18313403" cy="2311403"/>
            <a:chOff x="0" y="0"/>
            <a:chExt cx="24417871" cy="30818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17910" cy="3081909"/>
            </a:xfrm>
            <a:custGeom>
              <a:avLst/>
              <a:gdLst/>
              <a:ahLst/>
              <a:cxnLst/>
              <a:rect l="l" t="t" r="r" b="b"/>
              <a:pathLst>
                <a:path w="24417910" h="3081909">
                  <a:moveTo>
                    <a:pt x="0" y="0"/>
                  </a:moveTo>
                  <a:lnTo>
                    <a:pt x="24417910" y="0"/>
                  </a:lnTo>
                  <a:lnTo>
                    <a:pt x="24417910" y="3081909"/>
                  </a:lnTo>
                  <a:lnTo>
                    <a:pt x="0" y="3081909"/>
                  </a:lnTo>
                  <a:close/>
                </a:path>
              </a:pathLst>
            </a:custGeom>
            <a:solidFill>
              <a:srgbClr val="14532D"/>
            </a:solidFill>
            <a:ln w="25400" cap="sq">
              <a:solidFill>
                <a:srgbClr val="14532D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5166343" y="-1109977"/>
            <a:ext cx="4048763" cy="4048763"/>
            <a:chOff x="0" y="0"/>
            <a:chExt cx="5398351" cy="53983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98389" cy="5398389"/>
            </a:xfrm>
            <a:custGeom>
              <a:avLst/>
              <a:gdLst/>
              <a:ahLst/>
              <a:cxnLst/>
              <a:rect l="l" t="t" r="r" b="b"/>
              <a:pathLst>
                <a:path w="5398389" h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cubicBezTo>
                    <a:pt x="4189857" y="0"/>
                    <a:pt x="5398389" y="1208405"/>
                    <a:pt x="5398389" y="2699131"/>
                  </a:cubicBezTo>
                  <a:cubicBezTo>
                    <a:pt x="5398389" y="4189857"/>
                    <a:pt x="4189857" y="5398389"/>
                    <a:pt x="2699131" y="5398389"/>
                  </a:cubicBezTo>
                  <a:cubicBezTo>
                    <a:pt x="1208405" y="5398389"/>
                    <a:pt x="0" y="4189857"/>
                    <a:pt x="0" y="2699131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6002000" y="548640"/>
            <a:ext cx="1463040" cy="1280160"/>
            <a:chOff x="0" y="0"/>
            <a:chExt cx="1950720" cy="1706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0720" cy="1706880"/>
            </a:xfrm>
            <a:custGeom>
              <a:avLst/>
              <a:gdLst/>
              <a:ahLst/>
              <a:cxnLst/>
              <a:rect l="l" t="t" r="r" b="b"/>
              <a:pathLst>
                <a:path w="1950720" h="1706880">
                  <a:moveTo>
                    <a:pt x="0" y="0"/>
                  </a:moveTo>
                  <a:lnTo>
                    <a:pt x="1950720" y="0"/>
                  </a:lnTo>
                  <a:lnTo>
                    <a:pt x="19507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r="-6226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95072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🖼️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2697" y="2273303"/>
            <a:ext cx="18313403" cy="135131"/>
            <a:chOff x="0" y="0"/>
            <a:chExt cx="24417871" cy="1801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17910" cy="180213"/>
            </a:xfrm>
            <a:custGeom>
              <a:avLst/>
              <a:gdLst/>
              <a:ahLst/>
              <a:cxnLst/>
              <a:rect l="l" t="t" r="r" b="b"/>
              <a:pathLst>
                <a:path w="24417910" h="180213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71921" y="91440"/>
            <a:ext cx="10972800" cy="457200"/>
            <a:chOff x="0" y="0"/>
            <a:chExt cx="14630400" cy="60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30400" cy="609600"/>
            </a:xfrm>
            <a:custGeom>
              <a:avLst/>
              <a:gdLst/>
              <a:ahLst/>
              <a:cxnLst/>
              <a:rect l="l" t="t" r="r" b="b"/>
              <a:pathLst>
                <a:path w="14630400" h="6096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7640" b="-4176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4630400" cy="65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 spc="599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SCREENSHOTS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51253" y="365765"/>
            <a:ext cx="13898880" cy="1097280"/>
            <a:chOff x="0" y="0"/>
            <a:chExt cx="18531840" cy="14630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31839" cy="1463040"/>
            </a:xfrm>
            <a:custGeom>
              <a:avLst/>
              <a:gdLst/>
              <a:ahLst/>
              <a:cxnLst/>
              <a:rect l="l" t="t" r="r" b="b"/>
              <a:pathLst>
                <a:path w="18531839" h="1463040">
                  <a:moveTo>
                    <a:pt x="0" y="0"/>
                  </a:moveTo>
                  <a:lnTo>
                    <a:pt x="18531839" y="0"/>
                  </a:lnTo>
                  <a:lnTo>
                    <a:pt x="18531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14300"/>
              <a:ext cx="18531840" cy="1577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r>
                <a:rPr lang="en-US" sz="5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Visuals of Our Project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20298" y="2454047"/>
            <a:ext cx="18267702" cy="7347480"/>
          </a:xfrm>
          <a:custGeom>
            <a:avLst/>
            <a:gdLst/>
            <a:ahLst/>
            <a:cxnLst/>
            <a:rect l="l" t="t" r="r" b="b"/>
            <a:pathLst>
              <a:path w="18267702" h="7460658">
                <a:moveTo>
                  <a:pt x="0" y="0"/>
                </a:moveTo>
                <a:lnTo>
                  <a:pt x="18267702" y="0"/>
                </a:lnTo>
                <a:lnTo>
                  <a:pt x="18267702" y="7460657"/>
                </a:lnTo>
                <a:lnTo>
                  <a:pt x="0" y="74606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4885" b="-14885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71920" y="847725"/>
            <a:ext cx="6105079" cy="1379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074"/>
              </a:lnSpc>
              <a:spcBef>
                <a:spcPct val="0"/>
              </a:spcBef>
            </a:pPr>
            <a:r>
              <a:rPr lang="en-US" sz="9228" b="1" dirty="0">
                <a:solidFill>
                  <a:srgbClr val="F4A2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Login page: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2697" y="-12697"/>
            <a:ext cx="18313403" cy="2311403"/>
            <a:chOff x="0" y="0"/>
            <a:chExt cx="24417871" cy="30818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17910" cy="3081909"/>
            </a:xfrm>
            <a:custGeom>
              <a:avLst/>
              <a:gdLst/>
              <a:ahLst/>
              <a:cxnLst/>
              <a:rect l="l" t="t" r="r" b="b"/>
              <a:pathLst>
                <a:path w="24417910" h="3081909">
                  <a:moveTo>
                    <a:pt x="0" y="0"/>
                  </a:moveTo>
                  <a:lnTo>
                    <a:pt x="24417910" y="0"/>
                  </a:lnTo>
                  <a:lnTo>
                    <a:pt x="24417910" y="3081909"/>
                  </a:lnTo>
                  <a:lnTo>
                    <a:pt x="0" y="3081909"/>
                  </a:lnTo>
                  <a:close/>
                </a:path>
              </a:pathLst>
            </a:custGeom>
            <a:solidFill>
              <a:srgbClr val="14532D"/>
            </a:solidFill>
            <a:ln w="25400" cap="sq">
              <a:solidFill>
                <a:srgbClr val="14532D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5166343" y="-1109977"/>
            <a:ext cx="4048763" cy="4048763"/>
            <a:chOff x="0" y="0"/>
            <a:chExt cx="5398351" cy="53983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98389" cy="5398389"/>
            </a:xfrm>
            <a:custGeom>
              <a:avLst/>
              <a:gdLst/>
              <a:ahLst/>
              <a:cxnLst/>
              <a:rect l="l" t="t" r="r" b="b"/>
              <a:pathLst>
                <a:path w="5398389" h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cubicBezTo>
                    <a:pt x="4189857" y="0"/>
                    <a:pt x="5398389" y="1208405"/>
                    <a:pt x="5398389" y="2699131"/>
                  </a:cubicBezTo>
                  <a:cubicBezTo>
                    <a:pt x="5398389" y="4189857"/>
                    <a:pt x="4189857" y="5398389"/>
                    <a:pt x="2699131" y="5398389"/>
                  </a:cubicBezTo>
                  <a:cubicBezTo>
                    <a:pt x="1208405" y="5398389"/>
                    <a:pt x="0" y="4189857"/>
                    <a:pt x="0" y="2699131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6002000" y="548640"/>
            <a:ext cx="1463040" cy="1280160"/>
            <a:chOff x="0" y="0"/>
            <a:chExt cx="1950720" cy="1706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0720" cy="1706880"/>
            </a:xfrm>
            <a:custGeom>
              <a:avLst/>
              <a:gdLst/>
              <a:ahLst/>
              <a:cxnLst/>
              <a:rect l="l" t="t" r="r" b="b"/>
              <a:pathLst>
                <a:path w="1950720" h="1706880">
                  <a:moveTo>
                    <a:pt x="0" y="0"/>
                  </a:moveTo>
                  <a:lnTo>
                    <a:pt x="1950720" y="0"/>
                  </a:lnTo>
                  <a:lnTo>
                    <a:pt x="19507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r="-6226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95072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🖼️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2697" y="2273303"/>
            <a:ext cx="18313403" cy="135131"/>
            <a:chOff x="0" y="0"/>
            <a:chExt cx="24417871" cy="1801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17910" cy="180213"/>
            </a:xfrm>
            <a:custGeom>
              <a:avLst/>
              <a:gdLst/>
              <a:ahLst/>
              <a:cxnLst/>
              <a:rect l="l" t="t" r="r" b="b"/>
              <a:pathLst>
                <a:path w="24417910" h="180213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32449" y="0"/>
            <a:ext cx="10972800" cy="457200"/>
            <a:chOff x="0" y="0"/>
            <a:chExt cx="14630400" cy="60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30400" cy="609600"/>
            </a:xfrm>
            <a:custGeom>
              <a:avLst/>
              <a:gdLst/>
              <a:ahLst/>
              <a:cxnLst/>
              <a:rect l="l" t="t" r="r" b="b"/>
              <a:pathLst>
                <a:path w="14630400" h="6096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7640" b="-4176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4630400" cy="65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 spc="599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SCREENSHOTS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2449" y="228600"/>
            <a:ext cx="13898880" cy="1097280"/>
            <a:chOff x="0" y="0"/>
            <a:chExt cx="18531840" cy="14630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31839" cy="1463040"/>
            </a:xfrm>
            <a:custGeom>
              <a:avLst/>
              <a:gdLst/>
              <a:ahLst/>
              <a:cxnLst/>
              <a:rect l="l" t="t" r="r" b="b"/>
              <a:pathLst>
                <a:path w="18531839" h="1463040">
                  <a:moveTo>
                    <a:pt x="0" y="0"/>
                  </a:moveTo>
                  <a:lnTo>
                    <a:pt x="18531839" y="0"/>
                  </a:lnTo>
                  <a:lnTo>
                    <a:pt x="18531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14300"/>
              <a:ext cx="18531840" cy="1577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r>
                <a:rPr lang="en-US" sz="5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Visuals of Our Project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-12697" y="2340869"/>
            <a:ext cx="18300697" cy="9753226"/>
          </a:xfrm>
          <a:custGeom>
            <a:avLst/>
            <a:gdLst/>
            <a:ahLst/>
            <a:cxnLst/>
            <a:rect l="l" t="t" r="r" b="b"/>
            <a:pathLst>
              <a:path w="18300697" h="9753226">
                <a:moveTo>
                  <a:pt x="0" y="0"/>
                </a:moveTo>
                <a:lnTo>
                  <a:pt x="18300697" y="0"/>
                </a:lnTo>
                <a:lnTo>
                  <a:pt x="18300697" y="9753225"/>
                </a:lnTo>
                <a:lnTo>
                  <a:pt x="0" y="9753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61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69530" y="1000130"/>
            <a:ext cx="5088269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33"/>
              </a:lnSpc>
              <a:spcBef>
                <a:spcPct val="0"/>
              </a:spcBef>
            </a:pPr>
            <a:r>
              <a:rPr lang="en-US" sz="6527" b="1" dirty="0">
                <a:solidFill>
                  <a:srgbClr val="F4A2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sign up page: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2697" y="-12697"/>
            <a:ext cx="18313403" cy="2311403"/>
            <a:chOff x="0" y="0"/>
            <a:chExt cx="24417871" cy="30818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17910" cy="3081909"/>
            </a:xfrm>
            <a:custGeom>
              <a:avLst/>
              <a:gdLst/>
              <a:ahLst/>
              <a:cxnLst/>
              <a:rect l="l" t="t" r="r" b="b"/>
              <a:pathLst>
                <a:path w="24417910" h="3081909">
                  <a:moveTo>
                    <a:pt x="0" y="0"/>
                  </a:moveTo>
                  <a:lnTo>
                    <a:pt x="24417910" y="0"/>
                  </a:lnTo>
                  <a:lnTo>
                    <a:pt x="24417910" y="3081909"/>
                  </a:lnTo>
                  <a:lnTo>
                    <a:pt x="0" y="3081909"/>
                  </a:lnTo>
                  <a:close/>
                </a:path>
              </a:pathLst>
            </a:custGeom>
            <a:solidFill>
              <a:srgbClr val="14532D"/>
            </a:solidFill>
            <a:ln w="25400" cap="sq">
              <a:solidFill>
                <a:srgbClr val="14532D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5166343" y="-1109977"/>
            <a:ext cx="4048763" cy="4048763"/>
            <a:chOff x="0" y="0"/>
            <a:chExt cx="5398351" cy="53983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98389" cy="5398389"/>
            </a:xfrm>
            <a:custGeom>
              <a:avLst/>
              <a:gdLst/>
              <a:ahLst/>
              <a:cxnLst/>
              <a:rect l="l" t="t" r="r" b="b"/>
              <a:pathLst>
                <a:path w="5398389" h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cubicBezTo>
                    <a:pt x="4189857" y="0"/>
                    <a:pt x="5398389" y="1208405"/>
                    <a:pt x="5398389" y="2699131"/>
                  </a:cubicBezTo>
                  <a:cubicBezTo>
                    <a:pt x="5398389" y="4189857"/>
                    <a:pt x="4189857" y="5398389"/>
                    <a:pt x="2699131" y="5398389"/>
                  </a:cubicBezTo>
                  <a:cubicBezTo>
                    <a:pt x="1208405" y="5398389"/>
                    <a:pt x="0" y="4189857"/>
                    <a:pt x="0" y="2699131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6002000" y="548640"/>
            <a:ext cx="1463040" cy="1280160"/>
            <a:chOff x="0" y="0"/>
            <a:chExt cx="1950720" cy="1706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0720" cy="1706880"/>
            </a:xfrm>
            <a:custGeom>
              <a:avLst/>
              <a:gdLst/>
              <a:ahLst/>
              <a:cxnLst/>
              <a:rect l="l" t="t" r="r" b="b"/>
              <a:pathLst>
                <a:path w="1950720" h="1706880">
                  <a:moveTo>
                    <a:pt x="0" y="0"/>
                  </a:moveTo>
                  <a:lnTo>
                    <a:pt x="1950720" y="0"/>
                  </a:lnTo>
                  <a:lnTo>
                    <a:pt x="19507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r="-6226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95072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🖼️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2697" y="2273303"/>
            <a:ext cx="18313403" cy="135131"/>
            <a:chOff x="0" y="0"/>
            <a:chExt cx="24417871" cy="1801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17910" cy="180213"/>
            </a:xfrm>
            <a:custGeom>
              <a:avLst/>
              <a:gdLst/>
              <a:ahLst/>
              <a:cxnLst/>
              <a:rect l="l" t="t" r="r" b="b"/>
              <a:pathLst>
                <a:path w="24417910" h="180213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216372" y="-12697"/>
            <a:ext cx="10972800" cy="457200"/>
            <a:chOff x="0" y="0"/>
            <a:chExt cx="14630400" cy="60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30400" cy="609600"/>
            </a:xfrm>
            <a:custGeom>
              <a:avLst/>
              <a:gdLst/>
              <a:ahLst/>
              <a:cxnLst/>
              <a:rect l="l" t="t" r="r" b="b"/>
              <a:pathLst>
                <a:path w="14630400" h="6096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7640" b="-4176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4630400" cy="65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 spc="599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SCREENSHOTS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16372" y="215903"/>
            <a:ext cx="13898880" cy="1097280"/>
            <a:chOff x="0" y="0"/>
            <a:chExt cx="18531840" cy="14630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31839" cy="1463040"/>
            </a:xfrm>
            <a:custGeom>
              <a:avLst/>
              <a:gdLst/>
              <a:ahLst/>
              <a:cxnLst/>
              <a:rect l="l" t="t" r="r" b="b"/>
              <a:pathLst>
                <a:path w="18531839" h="1463040">
                  <a:moveTo>
                    <a:pt x="0" y="0"/>
                  </a:moveTo>
                  <a:lnTo>
                    <a:pt x="18531839" y="0"/>
                  </a:lnTo>
                  <a:lnTo>
                    <a:pt x="18531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14300"/>
              <a:ext cx="18531840" cy="1577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r>
                <a:rPr lang="en-US" sz="5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Visuals of Our Project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1828800"/>
            <a:ext cx="18288000" cy="9816581"/>
          </a:xfrm>
          <a:custGeom>
            <a:avLst/>
            <a:gdLst/>
            <a:ahLst/>
            <a:cxnLst/>
            <a:rect l="l" t="t" r="r" b="b"/>
            <a:pathLst>
              <a:path w="18288000" h="9816581">
                <a:moveTo>
                  <a:pt x="0" y="0"/>
                </a:moveTo>
                <a:lnTo>
                  <a:pt x="18288000" y="0"/>
                </a:lnTo>
                <a:lnTo>
                  <a:pt x="18288000" y="9816581"/>
                </a:lnTo>
                <a:lnTo>
                  <a:pt x="0" y="9816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9" r="-639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16372" y="895350"/>
            <a:ext cx="4844655" cy="1112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13"/>
              </a:lnSpc>
              <a:spcBef>
                <a:spcPct val="0"/>
              </a:spcBef>
            </a:pPr>
            <a:r>
              <a:rPr lang="en-US" sz="6428" b="1">
                <a:solidFill>
                  <a:srgbClr val="F4A2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DASHBOARD: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2697" y="-12697"/>
            <a:ext cx="18313403" cy="2311403"/>
            <a:chOff x="0" y="0"/>
            <a:chExt cx="24417871" cy="30818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17910" cy="3081909"/>
            </a:xfrm>
            <a:custGeom>
              <a:avLst/>
              <a:gdLst/>
              <a:ahLst/>
              <a:cxnLst/>
              <a:rect l="l" t="t" r="r" b="b"/>
              <a:pathLst>
                <a:path w="24417910" h="3081909">
                  <a:moveTo>
                    <a:pt x="0" y="0"/>
                  </a:moveTo>
                  <a:lnTo>
                    <a:pt x="24417910" y="0"/>
                  </a:lnTo>
                  <a:lnTo>
                    <a:pt x="24417910" y="3081909"/>
                  </a:lnTo>
                  <a:lnTo>
                    <a:pt x="0" y="3081909"/>
                  </a:lnTo>
                  <a:close/>
                </a:path>
              </a:pathLst>
            </a:custGeom>
            <a:solidFill>
              <a:srgbClr val="14532D"/>
            </a:solidFill>
            <a:ln w="25400" cap="sq">
              <a:solidFill>
                <a:srgbClr val="14532D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5166343" y="-1109977"/>
            <a:ext cx="4048763" cy="4048763"/>
            <a:chOff x="0" y="0"/>
            <a:chExt cx="5398351" cy="53983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98389" cy="5398389"/>
            </a:xfrm>
            <a:custGeom>
              <a:avLst/>
              <a:gdLst/>
              <a:ahLst/>
              <a:cxnLst/>
              <a:rect l="l" t="t" r="r" b="b"/>
              <a:pathLst>
                <a:path w="5398389" h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cubicBezTo>
                    <a:pt x="4189857" y="0"/>
                    <a:pt x="5398389" y="1208405"/>
                    <a:pt x="5398389" y="2699131"/>
                  </a:cubicBezTo>
                  <a:cubicBezTo>
                    <a:pt x="5398389" y="4189857"/>
                    <a:pt x="4189857" y="5398389"/>
                    <a:pt x="2699131" y="5398389"/>
                  </a:cubicBezTo>
                  <a:cubicBezTo>
                    <a:pt x="1208405" y="5398389"/>
                    <a:pt x="0" y="4189857"/>
                    <a:pt x="0" y="2699131"/>
                  </a:cubicBezTo>
                  <a:close/>
                </a:path>
              </a:pathLst>
            </a:custGeom>
            <a:solidFill>
              <a:srgbClr val="2D6A4F"/>
            </a:solidFill>
            <a:ln w="25400" cap="sq">
              <a:solidFill>
                <a:srgbClr val="2D6A4F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6002000" y="548640"/>
            <a:ext cx="1463040" cy="1280160"/>
            <a:chOff x="0" y="0"/>
            <a:chExt cx="1950720" cy="1706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0720" cy="1706880"/>
            </a:xfrm>
            <a:custGeom>
              <a:avLst/>
              <a:gdLst/>
              <a:ahLst/>
              <a:cxnLst/>
              <a:rect l="l" t="t" r="r" b="b"/>
              <a:pathLst>
                <a:path w="1950720" h="1706880">
                  <a:moveTo>
                    <a:pt x="0" y="0"/>
                  </a:moveTo>
                  <a:lnTo>
                    <a:pt x="1950720" y="0"/>
                  </a:lnTo>
                  <a:lnTo>
                    <a:pt x="19507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r="-6226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95072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🚀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2697" y="2273303"/>
            <a:ext cx="18313403" cy="135131"/>
            <a:chOff x="0" y="0"/>
            <a:chExt cx="24417871" cy="1801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17910" cy="180213"/>
            </a:xfrm>
            <a:custGeom>
              <a:avLst/>
              <a:gdLst/>
              <a:ahLst/>
              <a:cxnLst/>
              <a:rect l="l" t="t" r="r" b="b"/>
              <a:pathLst>
                <a:path w="24417910" h="180213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7280" y="402336"/>
            <a:ext cx="10972800" cy="457200"/>
            <a:chOff x="0" y="0"/>
            <a:chExt cx="14630400" cy="60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30400" cy="609600"/>
            </a:xfrm>
            <a:custGeom>
              <a:avLst/>
              <a:gdLst/>
              <a:ahLst/>
              <a:cxnLst/>
              <a:rect l="l" t="t" r="r" b="b"/>
              <a:pathLst>
                <a:path w="14630400" h="6096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7640" b="-4176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4630400" cy="65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 spc="599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7280" y="914400"/>
            <a:ext cx="13898880" cy="1097280"/>
            <a:chOff x="0" y="0"/>
            <a:chExt cx="18531840" cy="14630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31839" cy="1463040"/>
            </a:xfrm>
            <a:custGeom>
              <a:avLst/>
              <a:gdLst/>
              <a:ahLst/>
              <a:cxnLst/>
              <a:rect l="l" t="t" r="r" b="b"/>
              <a:pathLst>
                <a:path w="18531839" h="1463040">
                  <a:moveTo>
                    <a:pt x="0" y="0"/>
                  </a:moveTo>
                  <a:lnTo>
                    <a:pt x="18531839" y="0"/>
                  </a:lnTo>
                  <a:lnTo>
                    <a:pt x="18531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14300"/>
              <a:ext cx="18531840" cy="1577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r>
                <a:rPr lang="en-US" sz="5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Benefits &amp; Future Scope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84583" y="2913383"/>
            <a:ext cx="7706363" cy="6426203"/>
            <a:chOff x="0" y="0"/>
            <a:chExt cx="10275151" cy="856827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75062" cy="8568183"/>
            </a:xfrm>
            <a:custGeom>
              <a:avLst/>
              <a:gdLst/>
              <a:ahLst/>
              <a:cxnLst/>
              <a:rect l="l" t="t" r="r" b="b"/>
              <a:pathLst>
                <a:path w="10275062" h="8568183">
                  <a:moveTo>
                    <a:pt x="0" y="293751"/>
                  </a:moveTo>
                  <a:cubicBezTo>
                    <a:pt x="0" y="131572"/>
                    <a:pt x="131572" y="0"/>
                    <a:pt x="293751" y="0"/>
                  </a:cubicBezTo>
                  <a:lnTo>
                    <a:pt x="9981311" y="0"/>
                  </a:lnTo>
                  <a:cubicBezTo>
                    <a:pt x="10143617" y="0"/>
                    <a:pt x="10275062" y="131572"/>
                    <a:pt x="10275062" y="293751"/>
                  </a:cubicBezTo>
                  <a:lnTo>
                    <a:pt x="10275062" y="8274431"/>
                  </a:lnTo>
                  <a:cubicBezTo>
                    <a:pt x="10275062" y="8436737"/>
                    <a:pt x="10143490" y="8568182"/>
                    <a:pt x="9981311" y="8568182"/>
                  </a:cubicBezTo>
                  <a:lnTo>
                    <a:pt x="293751" y="8568182"/>
                  </a:lnTo>
                  <a:cubicBezTo>
                    <a:pt x="131572" y="8568309"/>
                    <a:pt x="0" y="8436737"/>
                    <a:pt x="0" y="827443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F3DC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450343" y="2913383"/>
            <a:ext cx="6974843" cy="153419"/>
            <a:chOff x="0" y="0"/>
            <a:chExt cx="9299791" cy="20455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99829" cy="204597"/>
            </a:xfrm>
            <a:custGeom>
              <a:avLst/>
              <a:gdLst/>
              <a:ahLst/>
              <a:cxnLst/>
              <a:rect l="l" t="t" r="r" b="b"/>
              <a:pathLst>
                <a:path w="9299829" h="204597">
                  <a:moveTo>
                    <a:pt x="0" y="0"/>
                  </a:moveTo>
                  <a:lnTo>
                    <a:pt x="9299829" y="0"/>
                  </a:lnTo>
                  <a:lnTo>
                    <a:pt x="929982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52B788"/>
            </a:solidFill>
            <a:ln w="25400" cap="sq">
              <a:solidFill>
                <a:srgbClr val="52B788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450343" y="3370583"/>
            <a:ext cx="939803" cy="939803"/>
            <a:chOff x="0" y="0"/>
            <a:chExt cx="1253071" cy="125307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53109" cy="1253109"/>
            </a:xfrm>
            <a:custGeom>
              <a:avLst/>
              <a:gdLst/>
              <a:ahLst/>
              <a:cxnLst/>
              <a:rect l="l" t="t" r="r" b="b"/>
              <a:pathLst>
                <a:path w="1253109" h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52B788"/>
            </a:solidFill>
            <a:ln w="25400" cap="sq">
              <a:solidFill>
                <a:srgbClr val="52B788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463040" y="3383280"/>
            <a:ext cx="914400" cy="914400"/>
            <a:chOff x="0" y="0"/>
            <a:chExt cx="1219200" cy="121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🌍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651760" y="3383280"/>
            <a:ext cx="5852160" cy="914400"/>
            <a:chOff x="0" y="0"/>
            <a:chExt cx="7802880" cy="1219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780288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Benefits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463040" y="4533900"/>
            <a:ext cx="6949440" cy="461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• Saves time with one-stop plant info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• Healthier plants through timely care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• Encourages eco-friendly urban gardening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• Builds a helpful local community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314183" y="2913383"/>
            <a:ext cx="7889243" cy="6426203"/>
            <a:chOff x="0" y="0"/>
            <a:chExt cx="10518991" cy="856827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518902" cy="8568183"/>
            </a:xfrm>
            <a:custGeom>
              <a:avLst/>
              <a:gdLst/>
              <a:ahLst/>
              <a:cxnLst/>
              <a:rect l="l" t="t" r="r" b="b"/>
              <a:pathLst>
                <a:path w="10518902" h="8568183">
                  <a:moveTo>
                    <a:pt x="0" y="293751"/>
                  </a:moveTo>
                  <a:cubicBezTo>
                    <a:pt x="0" y="131572"/>
                    <a:pt x="131572" y="0"/>
                    <a:pt x="293751" y="0"/>
                  </a:cubicBezTo>
                  <a:lnTo>
                    <a:pt x="10225151" y="0"/>
                  </a:lnTo>
                  <a:cubicBezTo>
                    <a:pt x="10387457" y="0"/>
                    <a:pt x="10518902" y="131572"/>
                    <a:pt x="10518902" y="293751"/>
                  </a:cubicBezTo>
                  <a:lnTo>
                    <a:pt x="10518902" y="8274431"/>
                  </a:lnTo>
                  <a:cubicBezTo>
                    <a:pt x="10518902" y="8436737"/>
                    <a:pt x="10387330" y="8568182"/>
                    <a:pt x="10225151" y="8568182"/>
                  </a:cubicBezTo>
                  <a:lnTo>
                    <a:pt x="293751" y="8568182"/>
                  </a:lnTo>
                  <a:cubicBezTo>
                    <a:pt x="131572" y="8568309"/>
                    <a:pt x="0" y="8436737"/>
                    <a:pt x="0" y="827443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F3DC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9679943" y="2913383"/>
            <a:ext cx="7157723" cy="153419"/>
            <a:chOff x="0" y="0"/>
            <a:chExt cx="9543631" cy="20455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543669" cy="204597"/>
            </a:xfrm>
            <a:custGeom>
              <a:avLst/>
              <a:gdLst/>
              <a:ahLst/>
              <a:cxnLst/>
              <a:rect l="l" t="t" r="r" b="b"/>
              <a:pathLst>
                <a:path w="9543669" h="204597">
                  <a:moveTo>
                    <a:pt x="0" y="0"/>
                  </a:moveTo>
                  <a:lnTo>
                    <a:pt x="9543669" y="0"/>
                  </a:lnTo>
                  <a:lnTo>
                    <a:pt x="954366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9679943" y="3370583"/>
            <a:ext cx="939803" cy="939803"/>
            <a:chOff x="0" y="0"/>
            <a:chExt cx="1253071" cy="125307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53109" cy="1253109"/>
            </a:xfrm>
            <a:custGeom>
              <a:avLst/>
              <a:gdLst/>
              <a:ahLst/>
              <a:cxnLst/>
              <a:rect l="l" t="t" r="r" b="b"/>
              <a:pathLst>
                <a:path w="1253109" h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9692640" y="3383280"/>
            <a:ext cx="914400" cy="914400"/>
            <a:chOff x="0" y="0"/>
            <a:chExt cx="1219200" cy="1219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🔮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881360" y="3383280"/>
            <a:ext cx="6035040" cy="914400"/>
            <a:chOff x="0" y="0"/>
            <a:chExt cx="8046720" cy="12192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046720" cy="1219200"/>
            </a:xfrm>
            <a:custGeom>
              <a:avLst/>
              <a:gdLst/>
              <a:ahLst/>
              <a:cxnLst/>
              <a:rect l="l" t="t" r="r" b="b"/>
              <a:pathLst>
                <a:path w="8046720" h="1219200">
                  <a:moveTo>
                    <a:pt x="0" y="0"/>
                  </a:moveTo>
                  <a:lnTo>
                    <a:pt x="8046720" y="0"/>
                  </a:lnTo>
                  <a:lnTo>
                    <a:pt x="8046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1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66675"/>
              <a:ext cx="804672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53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9692640" y="4533900"/>
            <a:ext cx="7132320" cy="461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• Mobile app and web version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• AI plant disease detection from photos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• Weather-based watering alerts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D26"/>
                </a:solidFill>
                <a:latin typeface="Calibri (MS)"/>
                <a:ea typeface="Calibri (MS)"/>
                <a:cs typeface="Calibri (MS)"/>
                <a:sym typeface="Calibri (MS)"/>
              </a:rPr>
              <a:t>• Marketplace for seeds and tools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094220" y="876300"/>
            <a:ext cx="4099560" cy="4099560"/>
            <a:chOff x="0" y="0"/>
            <a:chExt cx="5466080" cy="54660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66080" cy="5466080"/>
            </a:xfrm>
            <a:custGeom>
              <a:avLst/>
              <a:gdLst/>
              <a:ahLst/>
              <a:cxnLst/>
              <a:rect l="l" t="t" r="r" b="b"/>
              <a:pathLst>
                <a:path w="5466080" h="5466080">
                  <a:moveTo>
                    <a:pt x="0" y="2733040"/>
                  </a:moveTo>
                  <a:cubicBezTo>
                    <a:pt x="0" y="1223645"/>
                    <a:pt x="1223645" y="0"/>
                    <a:pt x="2733040" y="0"/>
                  </a:cubicBezTo>
                  <a:cubicBezTo>
                    <a:pt x="4242435" y="0"/>
                    <a:pt x="5466080" y="1223645"/>
                    <a:pt x="5466080" y="2733040"/>
                  </a:cubicBezTo>
                  <a:cubicBezTo>
                    <a:pt x="5466080" y="4242435"/>
                    <a:pt x="4242435" y="5466080"/>
                    <a:pt x="2733040" y="5466080"/>
                  </a:cubicBezTo>
                  <a:cubicBezTo>
                    <a:pt x="1223645" y="5466080"/>
                    <a:pt x="0" y="4242435"/>
                    <a:pt x="0" y="2733040"/>
                  </a:cubicBezTo>
                  <a:close/>
                </a:path>
              </a:pathLst>
            </a:custGeom>
            <a:solidFill>
              <a:srgbClr val="D8F3DC"/>
            </a:solidFill>
            <a:ln w="76200" cap="sq">
              <a:solidFill>
                <a:srgbClr val="52B788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7132320" y="914400"/>
            <a:ext cx="4023360" cy="4023360"/>
            <a:chOff x="0" y="0"/>
            <a:chExt cx="5364480" cy="53644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64480" cy="5364480"/>
            </a:xfrm>
            <a:custGeom>
              <a:avLst/>
              <a:gdLst/>
              <a:ahLst/>
              <a:cxnLst/>
              <a:rect l="l" t="t" r="r" b="b"/>
              <a:pathLst>
                <a:path w="5364480" h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5364480" cy="5364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800"/>
                </a:lnSpc>
              </a:pPr>
              <a:r>
                <a:rPr lang="en-US" sz="14000">
                  <a:solidFill>
                    <a:srgbClr val="1F2D26"/>
                  </a:solidFill>
                  <a:latin typeface="Segoe UI"/>
                  <a:ea typeface="Segoe UI"/>
                  <a:cs typeface="Segoe UI"/>
                  <a:sym typeface="Segoe UI"/>
                </a:rPr>
                <a:t>🌻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5212080"/>
            <a:ext cx="18288000" cy="1645920"/>
            <a:chOff x="0" y="0"/>
            <a:chExt cx="24384000" cy="21945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500" b="-16650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80975"/>
              <a:ext cx="24384000" cy="23755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040"/>
                </a:lnSpc>
              </a:pPr>
              <a:r>
                <a:rPr lang="en-US" sz="9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51143" y="6936743"/>
            <a:ext cx="2585723" cy="135131"/>
            <a:chOff x="0" y="0"/>
            <a:chExt cx="3447631" cy="1801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447669" cy="180213"/>
            </a:xfrm>
            <a:custGeom>
              <a:avLst/>
              <a:gdLst/>
              <a:ahLst/>
              <a:cxnLst/>
              <a:rect l="l" t="t" r="r" b="b"/>
              <a:pathLst>
                <a:path w="3447669" h="180213">
                  <a:moveTo>
                    <a:pt x="0" y="0"/>
                  </a:moveTo>
                  <a:lnTo>
                    <a:pt x="3447669" y="0"/>
                  </a:lnTo>
                  <a:lnTo>
                    <a:pt x="344766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0" y="7315200"/>
            <a:ext cx="18288000" cy="822960"/>
            <a:chOff x="0" y="0"/>
            <a:chExt cx="24384000" cy="10972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1097280"/>
            </a:xfrm>
            <a:custGeom>
              <a:avLst/>
              <a:gdLst/>
              <a:ahLst/>
              <a:cxnLst/>
              <a:rect l="l" t="t" r="r" b="b"/>
              <a:pathLst>
                <a:path w="24384000" h="1097280">
                  <a:moveTo>
                    <a:pt x="0" y="0"/>
                  </a:moveTo>
                  <a:lnTo>
                    <a:pt x="24384000" y="0"/>
                  </a:lnTo>
                  <a:lnTo>
                    <a:pt x="24384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3000" b="-383000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24384000" cy="1183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F4A2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Feedback Welcome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0" y="8412480"/>
            <a:ext cx="18288000" cy="640080"/>
            <a:chOff x="0" y="0"/>
            <a:chExt cx="24384000" cy="8534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384000" cy="853440"/>
            </a:xfrm>
            <a:custGeom>
              <a:avLst/>
              <a:gdLst/>
              <a:ahLst/>
              <a:cxnLst/>
              <a:rect l="l" t="t" r="r" b="b"/>
              <a:pathLst>
                <a:path w="24384000" h="853440">
                  <a:moveTo>
                    <a:pt x="0" y="0"/>
                  </a:moveTo>
                  <a:lnTo>
                    <a:pt x="24384000" y="0"/>
                  </a:lnTo>
                  <a:lnTo>
                    <a:pt x="2438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15" b="-506715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438400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Online Gardening &amp; Community Platform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410</Words>
  <Application>Microsoft Office PowerPoint</Application>
  <PresentationFormat>Custom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Segoe UI</vt:lpstr>
      <vt:lpstr>Calibri</vt:lpstr>
      <vt:lpstr>Calibri (MS) Italics</vt:lpstr>
      <vt:lpstr>Calibri (MS) Bold</vt:lpstr>
      <vt:lpstr>Arial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Login page</dc:title>
  <dc:creator>Lucky Raja</dc:creator>
  <cp:lastModifiedBy>Lucky Raja</cp:lastModifiedBy>
  <cp:revision>2</cp:revision>
  <dcterms:created xsi:type="dcterms:W3CDTF">2006-08-16T00:00:00Z</dcterms:created>
  <dcterms:modified xsi:type="dcterms:W3CDTF">2026-10-10T10:54:25Z</dcterms:modified>
  <dc:identifier>DAHXmgdw7Uw</dc:identifier>
</cp:coreProperties>
</file>